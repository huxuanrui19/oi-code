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</p:sldMasterIdLst>
  <p:notesMasterIdLst>
    <p:notesMasterId r:id="rId6"/>
  </p:notesMasterIdLst>
  <p:sldIdLst>
    <p:sldId id="258" r:id="rId4"/>
    <p:sldId id="259" r:id="rId5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458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AF85E-D558-425F-A994-D65820FF7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0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image" Target="file:///C:\Users\1V994W2\PycharmProjects\PPT_Background_Generation/pic_temp/pic_half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8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7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5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3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3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1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9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6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jpe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8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2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3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jpeg"/><Relationship Id="rId2" Type="http://schemas.openxmlformats.org/officeDocument/2006/relationships/tags" Target="../tags/tag143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5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52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image" Target="file:///C:\Users\1V994W2\PycharmProjects\PPT_Background_Generation/pic_temp/pic_half_down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60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9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6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67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tags" Target="../tags/tag172.xml"/><Relationship Id="rId10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76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7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6.png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94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93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0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01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0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08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jpeg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2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20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22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24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25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26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6" Type="http://schemas.openxmlformats.org/officeDocument/2006/relationships/tags" Target="../tags/tag270.xml"/><Relationship Id="rId15" Type="http://schemas.openxmlformats.org/officeDocument/2006/relationships/tags" Target="../tags/tag269.xml"/><Relationship Id="rId14" Type="http://schemas.openxmlformats.org/officeDocument/2006/relationships/tags" Target="../tags/tag268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273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3" Type="http://schemas.openxmlformats.org/officeDocument/2006/relationships/tags" Target="../tags/tag278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>
            <p:custDataLst>
              <p:tags r:id="rId8"/>
            </p:custDataLst>
          </p:nvPr>
        </p:nvCxnSpPr>
        <p:spPr>
          <a:xfrm>
            <a:off x="762317" y="3412490"/>
            <a:ext cx="435165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9"/>
            </p:custDataLst>
          </p:nvPr>
        </p:nvSpPr>
        <p:spPr>
          <a:xfrm>
            <a:off x="762318" y="4207510"/>
            <a:ext cx="2135505" cy="408940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10"/>
            </p:custDataLst>
          </p:nvPr>
        </p:nvSpPr>
        <p:spPr>
          <a:xfrm>
            <a:off x="2978468" y="4207510"/>
            <a:ext cx="2135505" cy="408940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342900" marR="0" indent="-342900" algn="r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1"/>
            </p:custDataLst>
          </p:nvPr>
        </p:nvSpPr>
        <p:spPr>
          <a:xfrm>
            <a:off x="762635" y="2241550"/>
            <a:ext cx="4825365" cy="1014095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6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762635" y="3566795"/>
            <a:ext cx="4351655" cy="420370"/>
          </a:xfrm>
        </p:spPr>
        <p:txBody>
          <a:bodyPr vert="horz" wrap="square" lIns="90170" tIns="4699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5716016"/>
            <a:ext cx="4064000" cy="1141984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0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11"/>
            </p:custDataLst>
          </p:nvPr>
        </p:nvSpPr>
        <p:spPr>
          <a:xfrm>
            <a:off x="5292408" y="2750185"/>
            <a:ext cx="4549140" cy="1356995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23982" rIns="899951" anchor="ctr">
            <a:norm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kern="0" spc="20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2"/>
            </p:custDataLst>
          </p:nvPr>
        </p:nvSpPr>
        <p:spPr>
          <a:xfrm>
            <a:off x="5446078" y="2804161"/>
            <a:ext cx="4241800" cy="714375"/>
          </a:xfrm>
        </p:spPr>
        <p:txBody>
          <a:bodyPr vert="horz" wrap="square" lIns="90170" tIns="46990" rIns="90170" bIns="4699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ts val="3600"/>
              <a:buNone/>
              <a:defRPr sz="3600" b="0" spc="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3"/>
            </p:custDataLst>
          </p:nvPr>
        </p:nvSpPr>
        <p:spPr>
          <a:xfrm>
            <a:off x="5446395" y="3602355"/>
            <a:ext cx="4241800" cy="423545"/>
          </a:xfrm>
        </p:spPr>
        <p:txBody>
          <a:bodyPr vert="horz" wrap="square" lIns="90170" tIns="4699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16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0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1147445" y="3834130"/>
            <a:ext cx="4359910" cy="468630"/>
          </a:xfrm>
        </p:spPr>
        <p:txBody>
          <a:bodyPr vert="horz" wrap="square" lIns="90170" tIns="46990" rIns="90170" bIns="46990" anchor="t" anchorCtr="0">
            <a:normAutofit/>
          </a:bodyPr>
          <a:lstStyle>
            <a:lvl1pPr marL="457200" marR="0" indent="-457200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1147128" y="2555558"/>
            <a:ext cx="4359910" cy="1172210"/>
          </a:xfrm>
        </p:spPr>
        <p:txBody>
          <a:bodyPr vert="horz" wrap="square" lIns="90170" tIns="46990" rIns="90170" bIns="4699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405430"/>
            <a:ext cx="720090" cy="452571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543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839716"/>
            <a:ext cx="1620202" cy="101828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9716"/>
            <a:ext cx="1620202" cy="10182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>
            <p:custDataLst>
              <p:tags r:id="rId8"/>
            </p:custDataLst>
          </p:nvPr>
        </p:nvCxnSpPr>
        <p:spPr>
          <a:xfrm>
            <a:off x="762317" y="3412490"/>
            <a:ext cx="435165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/>
          <p:cNvSpPr>
            <a:spLocks noGrp="1"/>
          </p:cNvSpPr>
          <p:nvPr>
            <p:ph type="body" sz="quarter" idx="16" hasCustomPrompt="1"/>
            <p:custDataLst>
              <p:tags r:id="rId9"/>
            </p:custDataLst>
          </p:nvPr>
        </p:nvSpPr>
        <p:spPr>
          <a:xfrm>
            <a:off x="762318" y="4207510"/>
            <a:ext cx="2135505" cy="408940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342900" marR="0" indent="-342900" algn="l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 hasCustomPrompt="1"/>
            <p:custDataLst>
              <p:tags r:id="rId10"/>
            </p:custDataLst>
          </p:nvPr>
        </p:nvSpPr>
        <p:spPr>
          <a:xfrm>
            <a:off x="2978468" y="4207510"/>
            <a:ext cx="2135505" cy="408940"/>
          </a:xfrm>
          <a:prstGeom prst="rect">
            <a:avLst/>
          </a:prstGeom>
        </p:spPr>
        <p:txBody>
          <a:bodyPr vert="horz" wrap="square" lIns="90170" tIns="46990" rIns="90170" bIns="46990" anchor="t" anchorCtr="0">
            <a:normAutofit/>
          </a:bodyPr>
          <a:lstStyle>
            <a:lvl1pPr marL="342900" marR="0" indent="-342900" algn="r" rtl="0" eaLnBrk="1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spc="15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100000"/>
                </a:schemeClr>
              </a:buClr>
              <a:buSzPts val="1600"/>
              <a:buFont typeface="Arial" panose="020B0604020202020204" pitchFamily="34" charset="0"/>
              <a:buNone/>
            </a:pPr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1"/>
            </p:custDataLst>
          </p:nvPr>
        </p:nvSpPr>
        <p:spPr>
          <a:xfrm>
            <a:off x="762635" y="2241550"/>
            <a:ext cx="4825365" cy="1014095"/>
          </a:xfrm>
        </p:spPr>
        <p:txBody>
          <a:bodyPr vert="horz" wrap="square" lIns="90170" tIns="46990" rIns="90170" bIns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5400"/>
              <a:buFont typeface="Arial" panose="020B0604020202020204" pitchFamily="34" charset="0"/>
              <a:buNone/>
              <a:defRPr sz="5400" b="0" spc="6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762635" y="3566795"/>
            <a:ext cx="4351655" cy="420370"/>
          </a:xfrm>
        </p:spPr>
        <p:txBody>
          <a:bodyPr vert="horz" wrap="square" lIns="90170" tIns="4699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5716016"/>
            <a:ext cx="4064000" cy="1141984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0"/>
            <a:ext cx="4064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11"/>
            </p:custDataLst>
          </p:nvPr>
        </p:nvSpPr>
        <p:spPr>
          <a:xfrm>
            <a:off x="5292408" y="2750185"/>
            <a:ext cx="4549140" cy="1356995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23982" rIns="899951" anchor="ctr">
            <a:norm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kern="0" spc="20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2"/>
            </p:custDataLst>
          </p:nvPr>
        </p:nvSpPr>
        <p:spPr>
          <a:xfrm>
            <a:off x="5446078" y="2804161"/>
            <a:ext cx="4241800" cy="714375"/>
          </a:xfrm>
        </p:spPr>
        <p:txBody>
          <a:bodyPr vert="horz" wrap="square" lIns="90170" tIns="46990" rIns="90170" bIns="46990"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ts val="3600"/>
              <a:buNone/>
              <a:defRPr sz="3600" b="0" spc="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13"/>
            </p:custDataLst>
          </p:nvPr>
        </p:nvSpPr>
        <p:spPr>
          <a:xfrm>
            <a:off x="5446395" y="3602355"/>
            <a:ext cx="4241800" cy="423545"/>
          </a:xfrm>
        </p:spPr>
        <p:txBody>
          <a:bodyPr vert="horz" wrap="square" lIns="90170" tIns="46990" rIns="90170" bIns="4699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16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0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1147445" y="3834130"/>
            <a:ext cx="4359910" cy="468630"/>
          </a:xfrm>
        </p:spPr>
        <p:txBody>
          <a:bodyPr vert="horz" wrap="square" lIns="90170" tIns="46990" rIns="90170" bIns="46990" anchor="t" anchorCtr="0">
            <a:normAutofit/>
          </a:bodyPr>
          <a:lstStyle>
            <a:lvl1pPr marL="457200" marR="0" indent="-457200" algn="l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1147128" y="2555558"/>
            <a:ext cx="4359910" cy="1172210"/>
          </a:xfrm>
        </p:spPr>
        <p:txBody>
          <a:bodyPr vert="horz" wrap="square" lIns="90170" tIns="46990" rIns="90170" bIns="4699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6600"/>
              <a:buFont typeface="Arial" panose="020B0604020202020204" pitchFamily="34" charset="0"/>
              <a:buNone/>
              <a:defRPr sz="6600" b="0" spc="7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0"/>
            <a:ext cx="10852237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405430"/>
            <a:ext cx="720090" cy="452571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5430"/>
            <a:ext cx="720090" cy="45257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839716"/>
            <a:ext cx="1620202" cy="1018284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9716"/>
            <a:ext cx="1620202" cy="10182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42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37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5" Type="http://schemas.openxmlformats.org/officeDocument/2006/relationships/theme" Target="../theme/theme2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slideLayout" Target="../slideLayouts/slideLayout20.xml"/><Relationship Id="rId19" Type="http://schemas.openxmlformats.org/officeDocument/2006/relationships/tags" Target="../tags/tag279.xml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24.xml"/><Relationship Id="rId20" Type="http://schemas.openxmlformats.org/officeDocument/2006/relationships/tags" Target="../tags/tag309.xml"/><Relationship Id="rId2" Type="http://schemas.openxmlformats.org/officeDocument/2006/relationships/tags" Target="../tags/tag291.xml"/><Relationship Id="rId19" Type="http://schemas.openxmlformats.org/officeDocument/2006/relationships/tags" Target="../tags/tag308.xml"/><Relationship Id="rId18" Type="http://schemas.openxmlformats.org/officeDocument/2006/relationships/tags" Target="../tags/tag307.xml"/><Relationship Id="rId17" Type="http://schemas.openxmlformats.org/officeDocument/2006/relationships/tags" Target="../tags/tag306.xml"/><Relationship Id="rId16" Type="http://schemas.openxmlformats.org/officeDocument/2006/relationships/tags" Target="../tags/tag305.xml"/><Relationship Id="rId15" Type="http://schemas.openxmlformats.org/officeDocument/2006/relationships/tags" Target="../tags/tag304.xml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tags" Target="../tags/tag290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1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tags" Target="../tags/tag3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329.xml"/><Relationship Id="rId15" Type="http://schemas.openxmlformats.org/officeDocument/2006/relationships/image" Target="file:///C:\Users\1V994W2\PycharmProjects\PPT_Background_Generation/pic_temp/1_pic_quater_right_up.png" TargetMode="External"/><Relationship Id="rId14" Type="http://schemas.openxmlformats.org/officeDocument/2006/relationships/image" Target="../media/image3.png"/><Relationship Id="rId13" Type="http://schemas.openxmlformats.org/officeDocument/2006/relationships/tags" Target="../tags/tag328.xml"/><Relationship Id="rId12" Type="http://schemas.openxmlformats.org/officeDocument/2006/relationships/image" Target="file:///C:\Users\1V994W2\PycharmProjects\PPT_Background_Generation/pic_temp/0_pic_quater_left_up.png" TargetMode="External"/><Relationship Id="rId11" Type="http://schemas.openxmlformats.org/officeDocument/2006/relationships/image" Target="../media/image2.png"/><Relationship Id="rId10" Type="http://schemas.openxmlformats.org/officeDocument/2006/relationships/tags" Target="../tags/tag327.xml"/><Relationship Id="rId1" Type="http://schemas.openxmlformats.org/officeDocument/2006/relationships/tags" Target="../tags/tag3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1" Type="http://schemas.openxmlformats.org/officeDocument/2006/relationships/slideLayout" Target="../slideLayouts/slideLayout25.xml"/><Relationship Id="rId20" Type="http://schemas.openxmlformats.org/officeDocument/2006/relationships/tags" Target="../tags/tag345.xml"/><Relationship Id="rId2" Type="http://schemas.openxmlformats.org/officeDocument/2006/relationships/tags" Target="../tags/tag331.xml"/><Relationship Id="rId19" Type="http://schemas.openxmlformats.org/officeDocument/2006/relationships/image" Target="file:///C:\Users\1V994W2\PycharmProjects\PPT_Background_Generation/pic_temp/1_pic_quater_right_up.png" TargetMode="External"/><Relationship Id="rId18" Type="http://schemas.openxmlformats.org/officeDocument/2006/relationships/image" Target="../media/image3.png"/><Relationship Id="rId17" Type="http://schemas.openxmlformats.org/officeDocument/2006/relationships/tags" Target="../tags/tag344.xml"/><Relationship Id="rId16" Type="http://schemas.openxmlformats.org/officeDocument/2006/relationships/image" Target="file:///C:\Users\1V994W2\PycharmProjects\PPT_Background_Generation/pic_temp/0_pic_quater_left_up.png" TargetMode="External"/><Relationship Id="rId15" Type="http://schemas.openxmlformats.org/officeDocument/2006/relationships/image" Target="../media/image2.png"/><Relationship Id="rId14" Type="http://schemas.openxmlformats.org/officeDocument/2006/relationships/tags" Target="../tags/tag343.xml"/><Relationship Id="rId13" Type="http://schemas.openxmlformats.org/officeDocument/2006/relationships/tags" Target="../tags/tag342.xml"/><Relationship Id="rId12" Type="http://schemas.openxmlformats.org/officeDocument/2006/relationships/tags" Target="../tags/tag341.xml"/><Relationship Id="rId11" Type="http://schemas.openxmlformats.org/officeDocument/2006/relationships/tags" Target="../tags/tag340.xml"/><Relationship Id="rId10" Type="http://schemas.openxmlformats.org/officeDocument/2006/relationships/tags" Target="../tags/tag339.xml"/><Relationship Id="rId1" Type="http://schemas.openxmlformats.org/officeDocument/2006/relationships/tags" Target="../tags/tag33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54.xml"/><Relationship Id="rId8" Type="http://schemas.openxmlformats.org/officeDocument/2006/relationships/tags" Target="../tags/tag353.xml"/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4" Type="http://schemas.openxmlformats.org/officeDocument/2006/relationships/slideLayout" Target="../slideLayouts/slideLayout25.xml"/><Relationship Id="rId23" Type="http://schemas.openxmlformats.org/officeDocument/2006/relationships/tags" Target="../tags/tag364.xml"/><Relationship Id="rId22" Type="http://schemas.openxmlformats.org/officeDocument/2006/relationships/image" Target="file:///C:\Users\1V994W2\PycharmProjects\PPT_Background_Generation/pic_temp/1_pic_quater_right_up.png" TargetMode="External"/><Relationship Id="rId21" Type="http://schemas.openxmlformats.org/officeDocument/2006/relationships/image" Target="../media/image3.png"/><Relationship Id="rId20" Type="http://schemas.openxmlformats.org/officeDocument/2006/relationships/tags" Target="../tags/tag363.xml"/><Relationship Id="rId2" Type="http://schemas.openxmlformats.org/officeDocument/2006/relationships/tags" Target="../tags/tag347.xml"/><Relationship Id="rId19" Type="http://schemas.openxmlformats.org/officeDocument/2006/relationships/image" Target="file:///C:\Users\1V994W2\PycharmProjects\PPT_Background_Generation/pic_temp/0_pic_quater_left_up.png" TargetMode="External"/><Relationship Id="rId18" Type="http://schemas.openxmlformats.org/officeDocument/2006/relationships/image" Target="../media/image2.png"/><Relationship Id="rId17" Type="http://schemas.openxmlformats.org/officeDocument/2006/relationships/tags" Target="../tags/tag362.xml"/><Relationship Id="rId16" Type="http://schemas.openxmlformats.org/officeDocument/2006/relationships/tags" Target="../tags/tag361.xml"/><Relationship Id="rId15" Type="http://schemas.openxmlformats.org/officeDocument/2006/relationships/tags" Target="../tags/tag360.xml"/><Relationship Id="rId14" Type="http://schemas.openxmlformats.org/officeDocument/2006/relationships/tags" Target="../tags/tag359.xml"/><Relationship Id="rId13" Type="http://schemas.openxmlformats.org/officeDocument/2006/relationships/tags" Target="../tags/tag358.xml"/><Relationship Id="rId12" Type="http://schemas.openxmlformats.org/officeDocument/2006/relationships/tags" Target="../tags/tag357.xml"/><Relationship Id="rId11" Type="http://schemas.openxmlformats.org/officeDocument/2006/relationships/tags" Target="../tags/tag356.xml"/><Relationship Id="rId10" Type="http://schemas.openxmlformats.org/officeDocument/2006/relationships/tags" Target="../tags/tag355.xml"/><Relationship Id="rId1" Type="http://schemas.openxmlformats.org/officeDocument/2006/relationships/tags" Target="../tags/tag34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3.xml"/><Relationship Id="rId8" Type="http://schemas.openxmlformats.org/officeDocument/2006/relationships/tags" Target="../tags/tag372.xml"/><Relationship Id="rId7" Type="http://schemas.openxmlformats.org/officeDocument/2006/relationships/tags" Target="../tags/tag371.xml"/><Relationship Id="rId6" Type="http://schemas.openxmlformats.org/officeDocument/2006/relationships/tags" Target="../tags/tag370.xml"/><Relationship Id="rId5" Type="http://schemas.openxmlformats.org/officeDocument/2006/relationships/tags" Target="../tags/tag369.xml"/><Relationship Id="rId4" Type="http://schemas.openxmlformats.org/officeDocument/2006/relationships/tags" Target="../tags/tag368.xml"/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5.xml"/><Relationship Id="rId16" Type="http://schemas.openxmlformats.org/officeDocument/2006/relationships/tags" Target="../tags/tag376.xml"/><Relationship Id="rId15" Type="http://schemas.openxmlformats.org/officeDocument/2006/relationships/image" Target="file:///C:\Users\1V994W2\PycharmProjects\PPT_Background_Generation/pic_temp/1_pic_quater_left_down.png" TargetMode="External"/><Relationship Id="rId14" Type="http://schemas.openxmlformats.org/officeDocument/2006/relationships/image" Target="../media/image7.png"/><Relationship Id="rId13" Type="http://schemas.openxmlformats.org/officeDocument/2006/relationships/tags" Target="../tags/tag375.xml"/><Relationship Id="rId12" Type="http://schemas.openxmlformats.org/officeDocument/2006/relationships/image" Target="file:///C:\Users\1V994W2\PycharmProjects\PPT_Background_Generation/pic_temp/0_pic_quater_left_up.png" TargetMode="External"/><Relationship Id="rId11" Type="http://schemas.openxmlformats.org/officeDocument/2006/relationships/image" Target="../media/image2.png"/><Relationship Id="rId10" Type="http://schemas.openxmlformats.org/officeDocument/2006/relationships/tags" Target="../tags/tag374.xml"/><Relationship Id="rId1" Type="http://schemas.openxmlformats.org/officeDocument/2006/relationships/tags" Target="../tags/tag365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5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image" Target="../media/image8.jpeg"/><Relationship Id="rId1" Type="http://schemas.openxmlformats.org/officeDocument/2006/relationships/tags" Target="../tags/tag37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90.xml"/><Relationship Id="rId8" Type="http://schemas.openxmlformats.org/officeDocument/2006/relationships/tags" Target="../tags/tag389.xml"/><Relationship Id="rId7" Type="http://schemas.openxmlformats.org/officeDocument/2006/relationships/tags" Target="../tags/tag388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25.xml"/><Relationship Id="rId23" Type="http://schemas.openxmlformats.org/officeDocument/2006/relationships/tags" Target="../tags/tag400.xml"/><Relationship Id="rId22" Type="http://schemas.openxmlformats.org/officeDocument/2006/relationships/tags" Target="../tags/tag399.xml"/><Relationship Id="rId21" Type="http://schemas.openxmlformats.org/officeDocument/2006/relationships/image" Target="file:///C:\Users\1V994W2\PycharmProjects\PPT_Background_Generation/pic_temp/1_pic_quater_right_up.png" TargetMode="External"/><Relationship Id="rId20" Type="http://schemas.openxmlformats.org/officeDocument/2006/relationships/image" Target="../media/image3.png"/><Relationship Id="rId2" Type="http://schemas.openxmlformats.org/officeDocument/2006/relationships/tags" Target="../tags/tag383.xml"/><Relationship Id="rId19" Type="http://schemas.openxmlformats.org/officeDocument/2006/relationships/tags" Target="../tags/tag398.xml"/><Relationship Id="rId18" Type="http://schemas.openxmlformats.org/officeDocument/2006/relationships/image" Target="file:///C:\Users\1V994W2\PycharmProjects\PPT_Background_Generation/pic_temp/0_pic_quater_left_up.png" TargetMode="External"/><Relationship Id="rId17" Type="http://schemas.openxmlformats.org/officeDocument/2006/relationships/image" Target="../media/image2.png"/><Relationship Id="rId16" Type="http://schemas.openxmlformats.org/officeDocument/2006/relationships/tags" Target="../tags/tag397.xml"/><Relationship Id="rId15" Type="http://schemas.openxmlformats.org/officeDocument/2006/relationships/tags" Target="../tags/tag396.xml"/><Relationship Id="rId14" Type="http://schemas.openxmlformats.org/officeDocument/2006/relationships/tags" Target="../tags/tag395.xml"/><Relationship Id="rId13" Type="http://schemas.openxmlformats.org/officeDocument/2006/relationships/tags" Target="../tags/tag394.xml"/><Relationship Id="rId12" Type="http://schemas.openxmlformats.org/officeDocument/2006/relationships/tags" Target="../tags/tag393.xml"/><Relationship Id="rId11" Type="http://schemas.openxmlformats.org/officeDocument/2006/relationships/tags" Target="../tags/tag392.xml"/><Relationship Id="rId10" Type="http://schemas.openxmlformats.org/officeDocument/2006/relationships/tags" Target="../tags/tag391.xml"/><Relationship Id="rId1" Type="http://schemas.openxmlformats.org/officeDocument/2006/relationships/tags" Target="../tags/tag38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09.xml"/><Relationship Id="rId8" Type="http://schemas.openxmlformats.org/officeDocument/2006/relationships/tags" Target="../tags/tag408.xml"/><Relationship Id="rId7" Type="http://schemas.openxmlformats.org/officeDocument/2006/relationships/tags" Target="../tags/tag407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0" Type="http://schemas.openxmlformats.org/officeDocument/2006/relationships/notesSlide" Target="../notesSlides/notesSlide5.xml"/><Relationship Id="rId3" Type="http://schemas.openxmlformats.org/officeDocument/2006/relationships/tags" Target="../tags/tag403.xml"/><Relationship Id="rId29" Type="http://schemas.openxmlformats.org/officeDocument/2006/relationships/slideLayout" Target="../slideLayouts/slideLayout25.xml"/><Relationship Id="rId28" Type="http://schemas.openxmlformats.org/officeDocument/2006/relationships/tags" Target="../tags/tag424.xml"/><Relationship Id="rId27" Type="http://schemas.openxmlformats.org/officeDocument/2006/relationships/tags" Target="../tags/tag423.xml"/><Relationship Id="rId26" Type="http://schemas.openxmlformats.org/officeDocument/2006/relationships/image" Target="file:///C:\Users\1V994W2\PycharmProjects\PPT_Background_Generation/pic_temp/1_pic_quater_right_up.png" TargetMode="External"/><Relationship Id="rId25" Type="http://schemas.openxmlformats.org/officeDocument/2006/relationships/image" Target="../media/image3.png"/><Relationship Id="rId24" Type="http://schemas.openxmlformats.org/officeDocument/2006/relationships/tags" Target="../tags/tag422.xml"/><Relationship Id="rId23" Type="http://schemas.openxmlformats.org/officeDocument/2006/relationships/image" Target="file:///C:\Users\1V994W2\PycharmProjects\PPT_Background_Generation/pic_temp/0_pic_quater_left_up.png" TargetMode="External"/><Relationship Id="rId22" Type="http://schemas.openxmlformats.org/officeDocument/2006/relationships/image" Target="../media/image2.png"/><Relationship Id="rId21" Type="http://schemas.openxmlformats.org/officeDocument/2006/relationships/tags" Target="../tags/tag421.xml"/><Relationship Id="rId20" Type="http://schemas.openxmlformats.org/officeDocument/2006/relationships/tags" Target="../tags/tag420.xml"/><Relationship Id="rId2" Type="http://schemas.openxmlformats.org/officeDocument/2006/relationships/tags" Target="../tags/tag402.xml"/><Relationship Id="rId19" Type="http://schemas.openxmlformats.org/officeDocument/2006/relationships/tags" Target="../tags/tag419.xml"/><Relationship Id="rId18" Type="http://schemas.openxmlformats.org/officeDocument/2006/relationships/tags" Target="../tags/tag418.xml"/><Relationship Id="rId17" Type="http://schemas.openxmlformats.org/officeDocument/2006/relationships/tags" Target="../tags/tag417.xml"/><Relationship Id="rId16" Type="http://schemas.openxmlformats.org/officeDocument/2006/relationships/tags" Target="../tags/tag416.xml"/><Relationship Id="rId15" Type="http://schemas.openxmlformats.org/officeDocument/2006/relationships/tags" Target="../tags/tag415.xml"/><Relationship Id="rId14" Type="http://schemas.openxmlformats.org/officeDocument/2006/relationships/tags" Target="../tags/tag414.xml"/><Relationship Id="rId13" Type="http://schemas.openxmlformats.org/officeDocument/2006/relationships/tags" Target="../tags/tag413.xml"/><Relationship Id="rId12" Type="http://schemas.openxmlformats.org/officeDocument/2006/relationships/tags" Target="../tags/tag412.xml"/><Relationship Id="rId11" Type="http://schemas.openxmlformats.org/officeDocument/2006/relationships/tags" Target="../tags/tag411.xml"/><Relationship Id="rId10" Type="http://schemas.openxmlformats.org/officeDocument/2006/relationships/tags" Target="../tags/tag410.xml"/><Relationship Id="rId1" Type="http://schemas.openxmlformats.org/officeDocument/2006/relationships/tags" Target="../tags/tag40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426.xml"/><Relationship Id="rId3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tags" Target="../tags/tag42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42.xml"/><Relationship Id="rId8" Type="http://schemas.openxmlformats.org/officeDocument/2006/relationships/tags" Target="../tags/tag441.xml"/><Relationship Id="rId7" Type="http://schemas.openxmlformats.org/officeDocument/2006/relationships/tags" Target="../tags/tag440.xml"/><Relationship Id="rId6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439.xml"/><Relationship Id="rId3" Type="http://schemas.openxmlformats.org/officeDocument/2006/relationships/image" Target="file:///C:\Users\1V994W2\PycharmProjects\PPT_Background_Generation/pic_temp/0_pic_quater_left_up.png" TargetMode="External"/><Relationship Id="rId21" Type="http://schemas.openxmlformats.org/officeDocument/2006/relationships/slideLayout" Target="../slideLayouts/slideLayout25.xml"/><Relationship Id="rId20" Type="http://schemas.openxmlformats.org/officeDocument/2006/relationships/tags" Target="../tags/tag453.xml"/><Relationship Id="rId2" Type="http://schemas.openxmlformats.org/officeDocument/2006/relationships/image" Target="../media/image2.png"/><Relationship Id="rId19" Type="http://schemas.openxmlformats.org/officeDocument/2006/relationships/tags" Target="../tags/tag452.xml"/><Relationship Id="rId18" Type="http://schemas.openxmlformats.org/officeDocument/2006/relationships/tags" Target="../tags/tag451.xml"/><Relationship Id="rId17" Type="http://schemas.openxmlformats.org/officeDocument/2006/relationships/tags" Target="../tags/tag450.xml"/><Relationship Id="rId16" Type="http://schemas.openxmlformats.org/officeDocument/2006/relationships/tags" Target="../tags/tag449.xml"/><Relationship Id="rId15" Type="http://schemas.openxmlformats.org/officeDocument/2006/relationships/tags" Target="../tags/tag448.xml"/><Relationship Id="rId14" Type="http://schemas.openxmlformats.org/officeDocument/2006/relationships/tags" Target="../tags/tag447.xml"/><Relationship Id="rId13" Type="http://schemas.openxmlformats.org/officeDocument/2006/relationships/tags" Target="../tags/tag446.xml"/><Relationship Id="rId12" Type="http://schemas.openxmlformats.org/officeDocument/2006/relationships/tags" Target="../tags/tag445.xml"/><Relationship Id="rId11" Type="http://schemas.openxmlformats.org/officeDocument/2006/relationships/tags" Target="../tags/tag444.xml"/><Relationship Id="rId10" Type="http://schemas.openxmlformats.org/officeDocument/2006/relationships/tags" Target="../tags/tag443.xml"/><Relationship Id="rId1" Type="http://schemas.openxmlformats.org/officeDocument/2006/relationships/tags" Target="../tags/tag43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.xml"/><Relationship Id="rId4" Type="http://schemas.openxmlformats.org/officeDocument/2006/relationships/tags" Target="../tags/tag457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" Type="http://schemas.openxmlformats.org/officeDocument/2006/relationships/tags" Target="../tags/tag4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6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pPr marL="0" indent="-3429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>
                <a:solidFill>
                  <a:schemeClr val="lt1"/>
                </a:solidFill>
              </a:rPr>
              <a:t>胡轩瑞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文本占位符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978468" y="4207510"/>
            <a:ext cx="2135505" cy="408940"/>
          </a:xfrm>
          <a:prstGeom prst="rect">
            <a:avLst/>
          </a:prstGeom>
        </p:spPr>
        <p:txBody>
          <a:bodyPr vert="horz" wrap="square" lIns="90170" tIns="46990" rIns="90170" bIns="46990" rtlCol="0" anchor="t" anchorCtr="0">
            <a:normAutofit lnSpcReduction="10000"/>
          </a:bodyPr>
          <a:lstStyle>
            <a:lvl1pPr marL="342900" marR="0" indent="-34290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ts val="1600"/>
              <a:buFont typeface="Arial" panose="020B0604020202020204" pitchFamily="34" charset="0"/>
              <a:buNone/>
              <a:defRPr sz="1600" b="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342900" algn="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altLang="zh-CN">
                <a:solidFill>
                  <a:schemeClr val="lt1"/>
                </a:solidFill>
              </a:rPr>
              <a:t>2025/12/12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 idx="14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zh-CN">
                <a:solidFill>
                  <a:schemeClr val="lt1"/>
                </a:solidFill>
              </a:rPr>
              <a:t>竞选演讲</a:t>
            </a:r>
            <a:endParaRPr lang="zh-CN" altLang="zh-CN">
              <a:solidFill>
                <a:schemeClr val="lt1"/>
              </a:solidFill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3"/>
            <p:custDataLst>
              <p:tags r:id="rId4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>
                <a:solidFill>
                  <a:schemeClr val="lt1"/>
                </a:solidFill>
              </a:rPr>
              <a:t>学生会学习部部长</a:t>
            </a:r>
            <a:endParaRPr lang="zh-CN" altLang="en-US" sz="1600">
              <a:solidFill>
                <a:schemeClr val="lt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/>
          <p:cNvSpPr txBox="1"/>
          <p:nvPr>
            <p:custDataLst>
              <p:tags r:id="rId1"/>
            </p:custDataLst>
          </p:nvPr>
        </p:nvSpPr>
        <p:spPr>
          <a:xfrm>
            <a:off x="3894455" y="814705"/>
            <a:ext cx="2239010" cy="73533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 sz="4000" spc="6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65" name="矩形 64"/>
          <p:cNvSpPr/>
          <p:nvPr>
            <p:custDataLst>
              <p:tags r:id="rId2"/>
            </p:custDataLst>
          </p:nvPr>
        </p:nvSpPr>
        <p:spPr>
          <a:xfrm>
            <a:off x="3389634" y="627698"/>
            <a:ext cx="3248724" cy="10160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6" name="矩形 65"/>
          <p:cNvSpPr/>
          <p:nvPr>
            <p:custDataLst>
              <p:tags r:id="rId3"/>
            </p:custDataLst>
          </p:nvPr>
        </p:nvSpPr>
        <p:spPr>
          <a:xfrm>
            <a:off x="3473390" y="702628"/>
            <a:ext cx="3248724" cy="10160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2054864" y="2090583"/>
            <a:ext cx="2671445" cy="383695"/>
          </a:xfrm>
          <a:prstGeom prst="rect">
            <a:avLst/>
          </a:prstGeom>
          <a:noFill/>
        </p:spPr>
        <p:txBody>
          <a:bodyPr wrap="square" lIns="91440" tIns="45720" rIns="91440" bIns="0" anchor="b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1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添加标题</a:t>
            </a:r>
            <a:endParaRPr lang="zh-CN" altLang="en-US" sz="2000" b="1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2054864" y="2516188"/>
            <a:ext cx="2671990" cy="611642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942337" y="2165837"/>
            <a:ext cx="1117614" cy="1015663"/>
          </a:xfrm>
          <a:prstGeom prst="rect">
            <a:avLst/>
          </a:prstGeom>
          <a:noFill/>
        </p:spPr>
        <p:txBody>
          <a:bodyPr wrap="square" rtlCol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buClrTx/>
              <a:buSzTx/>
              <a:buFontTx/>
            </a:pPr>
            <a:r>
              <a:rPr lang="en-US" altLang="zh-CN" sz="6000" b="1" spc="3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j-lt"/>
                <a:sym typeface="Arial" panose="020B0604020202020204" pitchFamily="34" charset="0"/>
              </a:rPr>
              <a:t>01</a:t>
            </a:r>
            <a:endParaRPr lang="en-US" altLang="zh-CN" sz="6000" b="1" spc="3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+mj-lt"/>
              <a:sym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7"/>
            </p:custDataLst>
          </p:nvPr>
        </p:nvCxnSpPr>
        <p:spPr>
          <a:xfrm>
            <a:off x="948059" y="3234373"/>
            <a:ext cx="381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6514469" y="2090583"/>
            <a:ext cx="2671445" cy="383695"/>
          </a:xfrm>
          <a:prstGeom prst="rect">
            <a:avLst/>
          </a:prstGeom>
          <a:noFill/>
        </p:spPr>
        <p:txBody>
          <a:bodyPr wrap="square" lIns="91440" tIns="45720" rIns="91440" bIns="0" anchor="b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1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添加标题</a:t>
            </a:r>
            <a:endParaRPr lang="zh-CN" altLang="en-US" sz="2000" b="1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6514469" y="2516188"/>
            <a:ext cx="2671990" cy="611642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5401942" y="2165837"/>
            <a:ext cx="1117614" cy="1015663"/>
          </a:xfrm>
          <a:prstGeom prst="rect">
            <a:avLst/>
          </a:prstGeom>
          <a:noFill/>
        </p:spPr>
        <p:txBody>
          <a:bodyPr wrap="square" rtlCol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buClrTx/>
              <a:buSzTx/>
              <a:buFontTx/>
            </a:pPr>
            <a:r>
              <a:rPr lang="en-US" altLang="zh-CN" sz="6000" b="1" spc="3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j-lt"/>
                <a:sym typeface="Arial" panose="020B0604020202020204" pitchFamily="34" charset="0"/>
              </a:rPr>
              <a:t>02</a:t>
            </a:r>
            <a:endParaRPr lang="en-US" altLang="zh-CN" sz="6000" b="1" spc="3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+mj-lt"/>
              <a:sym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1"/>
            </p:custDataLst>
          </p:nvPr>
        </p:nvCxnSpPr>
        <p:spPr>
          <a:xfrm>
            <a:off x="5407664" y="3234373"/>
            <a:ext cx="381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2054864" y="3588548"/>
            <a:ext cx="2671445" cy="383695"/>
          </a:xfrm>
          <a:prstGeom prst="rect">
            <a:avLst/>
          </a:prstGeom>
          <a:noFill/>
        </p:spPr>
        <p:txBody>
          <a:bodyPr wrap="square" lIns="91440" tIns="45720" rIns="91440" bIns="0" anchor="b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1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添加标题</a:t>
            </a:r>
            <a:endParaRPr lang="zh-CN" altLang="en-US" sz="2000" b="1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3"/>
            </p:custDataLst>
          </p:nvPr>
        </p:nvSpPr>
        <p:spPr>
          <a:xfrm>
            <a:off x="2054864" y="4014153"/>
            <a:ext cx="2671990" cy="611642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942337" y="3663802"/>
            <a:ext cx="1117614" cy="1015663"/>
          </a:xfrm>
          <a:prstGeom prst="rect">
            <a:avLst/>
          </a:prstGeom>
          <a:noFill/>
        </p:spPr>
        <p:txBody>
          <a:bodyPr wrap="square" rtlCol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buClrTx/>
              <a:buSzTx/>
              <a:buFontTx/>
            </a:pPr>
            <a:r>
              <a:rPr lang="en-US" altLang="zh-CN" sz="6000" b="1" spc="3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j-lt"/>
                <a:sym typeface="Arial" panose="020B0604020202020204" pitchFamily="34" charset="0"/>
              </a:rPr>
              <a:t>03</a:t>
            </a:r>
            <a:endParaRPr lang="en-US" altLang="zh-CN" sz="6000" b="1" spc="3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+mj-lt"/>
              <a:sym typeface="Arial" panose="020B0604020202020204" pitchFamily="34" charset="0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15"/>
            </p:custDataLst>
          </p:nvPr>
        </p:nvCxnSpPr>
        <p:spPr>
          <a:xfrm>
            <a:off x="948059" y="4732338"/>
            <a:ext cx="381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16"/>
            </p:custDataLst>
          </p:nvPr>
        </p:nvSpPr>
        <p:spPr>
          <a:xfrm>
            <a:off x="6514469" y="3588548"/>
            <a:ext cx="2671445" cy="383695"/>
          </a:xfrm>
          <a:prstGeom prst="rect">
            <a:avLst/>
          </a:prstGeom>
          <a:noFill/>
        </p:spPr>
        <p:txBody>
          <a:bodyPr wrap="square" lIns="91440" tIns="45720" rIns="91440" bIns="0" anchor="b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1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添加标题</a:t>
            </a:r>
            <a:endParaRPr lang="zh-CN" altLang="en-US" sz="2000" b="1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17"/>
            </p:custDataLst>
          </p:nvPr>
        </p:nvSpPr>
        <p:spPr>
          <a:xfrm>
            <a:off x="6514469" y="4014153"/>
            <a:ext cx="2671990" cy="611642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lang="zh-CN" altLang="en-US" sz="16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18"/>
            </p:custDataLst>
          </p:nvPr>
        </p:nvSpPr>
        <p:spPr>
          <a:xfrm>
            <a:off x="5401942" y="3663802"/>
            <a:ext cx="1117614" cy="1015663"/>
          </a:xfrm>
          <a:prstGeom prst="rect">
            <a:avLst/>
          </a:prstGeom>
          <a:noFill/>
        </p:spPr>
        <p:txBody>
          <a:bodyPr wrap="square" rtlCol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ctr">
              <a:buClrTx/>
              <a:buSzTx/>
              <a:buFontTx/>
            </a:pPr>
            <a:r>
              <a:rPr lang="en-US" altLang="zh-CN" sz="6000" b="1" spc="3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cs typeface="+mj-lt"/>
                <a:sym typeface="Arial" panose="020B0604020202020204" pitchFamily="34" charset="0"/>
              </a:rPr>
              <a:t>04</a:t>
            </a:r>
            <a:endParaRPr lang="en-US" altLang="zh-CN" sz="6000" b="1" spc="3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cs typeface="+mj-lt"/>
              <a:sym typeface="Arial" panose="020B0604020202020204" pitchFamily="34" charset="0"/>
            </a:endParaRPr>
          </a:p>
        </p:txBody>
      </p:sp>
      <p:cxnSp>
        <p:nvCxnSpPr>
          <p:cNvPr id="63" name="直接连接符 62"/>
          <p:cNvCxnSpPr/>
          <p:nvPr>
            <p:custDataLst>
              <p:tags r:id="rId19"/>
            </p:custDataLst>
          </p:nvPr>
        </p:nvCxnSpPr>
        <p:spPr>
          <a:xfrm>
            <a:off x="5407664" y="4732338"/>
            <a:ext cx="381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46998" y="2750185"/>
            <a:ext cx="2560955" cy="135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 anchor="ctr" anchorCtr="0">
            <a:norm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800" b="0" i="0" kern="0" spc="20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 01</a:t>
            </a:r>
            <a:endParaRPr kumimoji="0" lang="en-US" altLang="zh-CN" sz="4800" b="0" i="0" kern="0" spc="20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2350453" y="2750820"/>
            <a:ext cx="212090" cy="1356995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23982" rIns="899951" anchor="ctr">
            <a:normAutofit/>
          </a:bodyPr>
          <a:lstStyle/>
          <a:p>
            <a:pPr marL="0" marR="0" lvl="0" indent="0" algn="l" defTabSz="866775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kern="0" spc="20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 idx="14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单击此处添加副标题内容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 txBox="1"/>
          <p:nvPr>
            <p:custDataLst>
              <p:tags r:id="rId1"/>
            </p:custDataLst>
          </p:nvPr>
        </p:nvSpPr>
        <p:spPr>
          <a:xfrm>
            <a:off x="608400" y="1491101"/>
            <a:ext cx="10970190" cy="4758499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0"/>
              </a:spcBef>
              <a:buNone/>
            </a:pPr>
            <a:r>
              <a:rPr lang="zh-CN" altLang="en-US" spc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pc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zh-CN" altLang="en-US" spc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您的正文已经简明扼要，字字珠玑，但信息却错综复杂，需要用更多的文字来表述；但请您尽可能提炼思想的精髓，否则容易造成观者的阅读压力，适得其反。正如我们都希望改变世界，希望给人带去光明，但更多时候只需播下一颗种子，自然有微光照拂，雨露滋养。恰如其分的表达观点，往往可以事半功倍。</a:t>
            </a:r>
            <a:endParaRPr lang="zh-CN" altLang="en-US" spc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zh-CN" altLang="en-US" spc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pc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zh-CN" altLang="en-US" spc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您的正文已经简明扼要，字字珠玑，但信息却错综复杂，需要用更多的文字来表述；但请您尽可能提炼思想的精髓，否则容易造成观者的阅读压力，适得其反。正如我们都希望改变世界，希望给人带去光明，但更多时候只需播下一颗种子，自然有微光照拂，雨露滋养。恰如其分的表达观点，往往可以事半功倍。</a:t>
            </a:r>
            <a:endParaRPr lang="zh-CN" altLang="en-US" spc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35755" y="2367280"/>
            <a:ext cx="4604385" cy="38829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35755" y="1946275"/>
            <a:ext cx="4604385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椭圆 3"/>
          <p:cNvSpPr/>
          <p:nvPr>
            <p:custDataLst>
              <p:tags r:id="rId4"/>
            </p:custDataLst>
          </p:nvPr>
        </p:nvSpPr>
        <p:spPr>
          <a:xfrm>
            <a:off x="609035" y="195961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1</a:t>
            </a:r>
            <a:endParaRPr lang="en-US" altLang="zh-CN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>
            <a:off x="6102350" y="2039620"/>
            <a:ext cx="0" cy="40849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974763" y="2367281"/>
            <a:ext cx="4604385" cy="38823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974763" y="1946275"/>
            <a:ext cx="4604385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8"/>
            </p:custDataLst>
          </p:nvPr>
        </p:nvSpPr>
        <p:spPr>
          <a:xfrm>
            <a:off x="6548043" y="195961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/>
          <p:nvPr>
            <p:custDataLst>
              <p:tags r:id="rId10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12" name="图片 11"/>
          <p:cNvPicPr/>
          <p:nvPr>
            <p:custDataLst>
              <p:tags r:id="rId13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" name="直接连接符 1"/>
          <p:cNvCxnSpPr/>
          <p:nvPr>
            <p:custDataLst>
              <p:tags r:id="rId2"/>
            </p:custDataLst>
          </p:nvPr>
        </p:nvCxnSpPr>
        <p:spPr>
          <a:xfrm>
            <a:off x="7999897" y="2039620"/>
            <a:ext cx="0" cy="40849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40165" y="2407285"/>
            <a:ext cx="2928620" cy="38423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040165" y="2002155"/>
            <a:ext cx="2928620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椭圆 4"/>
          <p:cNvSpPr/>
          <p:nvPr>
            <p:custDataLst>
              <p:tags r:id="rId5"/>
            </p:custDataLst>
          </p:nvPr>
        </p:nvSpPr>
        <p:spPr>
          <a:xfrm>
            <a:off x="613445" y="201549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1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846019" y="2407285"/>
            <a:ext cx="2928620" cy="38423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4846019" y="2002155"/>
            <a:ext cx="2928620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8"/>
            </p:custDataLst>
          </p:nvPr>
        </p:nvSpPr>
        <p:spPr>
          <a:xfrm>
            <a:off x="4419299" y="201549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651875" y="2407285"/>
            <a:ext cx="2928620" cy="38423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8651875" y="2002155"/>
            <a:ext cx="2928620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/>
          <p:nvPr>
            <p:custDataLst>
              <p:tags r:id="rId11"/>
            </p:custDataLst>
          </p:nvPr>
        </p:nvSpPr>
        <p:spPr>
          <a:xfrm>
            <a:off x="8225155" y="201549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12"/>
            </p:custDataLst>
          </p:nvPr>
        </p:nvCxnSpPr>
        <p:spPr>
          <a:xfrm>
            <a:off x="4194042" y="2039620"/>
            <a:ext cx="0" cy="40849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/>
          <p:nvPr>
            <p:custDataLst>
              <p:tags r:id="rId14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15" name="图片 14"/>
          <p:cNvPicPr/>
          <p:nvPr>
            <p:custDataLst>
              <p:tags r:id="rId17"/>
            </p:custDataLst>
          </p:nvPr>
        </p:nvPicPr>
        <p:blipFill>
          <a:blip r:embed="rId18" r:link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" name="直接连接符 1"/>
          <p:cNvCxnSpPr/>
          <p:nvPr>
            <p:custDataLst>
              <p:tags r:id="rId2"/>
            </p:custDataLst>
          </p:nvPr>
        </p:nvCxnSpPr>
        <p:spPr>
          <a:xfrm>
            <a:off x="788527" y="4025230"/>
            <a:ext cx="106108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6122527" y="2097370"/>
            <a:ext cx="0" cy="40849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035406" y="2367280"/>
            <a:ext cx="4673593" cy="1405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单击此处输入你的正文，文字是您思想的提炼，为了最终演示发布的良好效果，请尽量言简意赅的阐述观点；根据需要可酌情增减文字……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035406" y="1915795"/>
            <a:ext cx="4673593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05625" y="2367280"/>
            <a:ext cx="4673593" cy="1405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单击此处输入你的正文，文字是您思想的提炼，为了最终演示发布的良好效果，请尽量言简意赅的阐述观点；根据需要可酌情增减文字……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905625" y="1915795"/>
            <a:ext cx="4673593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035406" y="4843780"/>
            <a:ext cx="4673593" cy="1405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单击此处输入你的正文，文字是您思想的提炼，为了最终演示发布的良好效果，请尽量言简意赅的阐述观点；根据需要可酌情增减文字……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035406" y="4392295"/>
            <a:ext cx="4673593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08686" y="440563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905625" y="4843780"/>
            <a:ext cx="4673593" cy="1405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单击此处输入你的正文，文字是您思想的提炼，为了最终演示发布的良好效果，请尽量言简意赅的阐述观点；根据需要可酌情增减文字……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905625" y="4392295"/>
            <a:ext cx="4673593" cy="3987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单击此处添加小标题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椭圆 14"/>
          <p:cNvSpPr/>
          <p:nvPr>
            <p:custDataLst>
              <p:tags r:id="rId13"/>
            </p:custDataLst>
          </p:nvPr>
        </p:nvSpPr>
        <p:spPr>
          <a:xfrm>
            <a:off x="6478905" y="4405630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4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椭圆 19"/>
          <p:cNvSpPr/>
          <p:nvPr>
            <p:custDataLst>
              <p:tags r:id="rId14"/>
            </p:custDataLst>
          </p:nvPr>
        </p:nvSpPr>
        <p:spPr>
          <a:xfrm>
            <a:off x="608686" y="1915795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1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椭圆 20"/>
          <p:cNvSpPr/>
          <p:nvPr>
            <p:custDataLst>
              <p:tags r:id="rId15"/>
            </p:custDataLst>
          </p:nvPr>
        </p:nvSpPr>
        <p:spPr>
          <a:xfrm>
            <a:off x="6478905" y="1915795"/>
            <a:ext cx="342900" cy="342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/>
          <p:nvPr>
            <p:custDataLst>
              <p:tags r:id="rId17"/>
            </p:custDataLst>
          </p:nvPr>
        </p:nvPicPr>
        <p:blipFill>
          <a:blip r:embed="rId18" r:link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9" name="图片 8"/>
          <p:cNvPicPr/>
          <p:nvPr>
            <p:custDataLst>
              <p:tags r:id="rId20"/>
            </p:custDataLst>
          </p:nvPr>
        </p:nvPicPr>
        <p:blipFill>
          <a:blip r:embed="rId21" r:link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0" y="1302353"/>
            <a:ext cx="12192000" cy="42532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943610" y="2781300"/>
            <a:ext cx="3262630" cy="82994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4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关键词</a:t>
            </a:r>
            <a:endParaRPr lang="zh-CN" altLang="en-US" sz="4800" b="1" spc="3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943610" y="3617595"/>
            <a:ext cx="3263265" cy="4603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7998460" y="2780665"/>
            <a:ext cx="3262630" cy="82994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4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关键词</a:t>
            </a:r>
            <a:endParaRPr lang="zh-CN" altLang="en-US" sz="4800" b="1" spc="3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7998460" y="3616960"/>
            <a:ext cx="3263265" cy="4603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471035" y="2780665"/>
            <a:ext cx="3262630" cy="829945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4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关键词</a:t>
            </a:r>
            <a:endParaRPr lang="zh-CN" altLang="en-US" sz="4800" b="1" spc="3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4471035" y="3616960"/>
            <a:ext cx="3263265" cy="4603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8"/>
            </p:custDataLst>
          </p:nvPr>
        </p:nvCxnSpPr>
        <p:spPr>
          <a:xfrm>
            <a:off x="4337050" y="2531745"/>
            <a:ext cx="0" cy="1795145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9"/>
            </p:custDataLst>
          </p:nvPr>
        </p:nvCxnSpPr>
        <p:spPr>
          <a:xfrm>
            <a:off x="7854950" y="2531745"/>
            <a:ext cx="0" cy="1795145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/>
          <p:nvPr>
            <p:custDataLst>
              <p:tags r:id="rId10"/>
            </p:custDataLst>
          </p:nvPr>
        </p:nvPicPr>
        <p:blipFill>
          <a:blip r:embed="rId11" r:link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839716"/>
            <a:ext cx="1620202" cy="1018284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13"/>
            </p:custDataLst>
          </p:nvPr>
        </p:nvPicPr>
        <p:blipFill>
          <a:blip r:embed="rId14" r:link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9716"/>
            <a:ext cx="1620202" cy="1018284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2" y="-1"/>
            <a:ext cx="12194820" cy="6858001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 bwMode="auto">
          <a:xfrm>
            <a:off x="0" y="4135120"/>
            <a:ext cx="12192000" cy="272288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1" forceAA="0" compatLnSpc="1">
            <a:normAutofit/>
          </a:bodyPr>
          <a:lstStyle/>
          <a:p>
            <a:pPr algn="ctr" defTabSz="93218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dirty="0" err="1">
              <a:solidFill>
                <a:srgbClr val="D3DBE5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le 6"/>
          <p:cNvSpPr txBox="1"/>
          <p:nvPr>
            <p:custDataLst>
              <p:tags r:id="rId4"/>
            </p:custDataLst>
          </p:nvPr>
        </p:nvSpPr>
        <p:spPr>
          <a:xfrm>
            <a:off x="462280" y="4452620"/>
            <a:ext cx="11282045" cy="89217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170" tIns="46990" rIns="90170" bIns="4699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100000"/>
              </a:lnSpc>
              <a:spcAft>
                <a:spcPts val="800"/>
              </a:spcAft>
            </a:pPr>
            <a:r>
              <a:rPr lang="zh-CN" altLang="en-US" sz="4400" b="1" spc="300" dirty="0">
                <a:ln w="3175">
                  <a:noFill/>
                  <a:prstDash val="dash"/>
                </a:ln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单击此处添加大标题</a:t>
            </a:r>
            <a:endParaRPr lang="zh-CN" altLang="en-US" sz="4400" b="1" spc="300" dirty="0">
              <a:ln w="3175">
                <a:noFill/>
                <a:prstDash val="dash"/>
              </a:ln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Title 6"/>
          <p:cNvSpPr txBox="1"/>
          <p:nvPr>
            <p:custDataLst>
              <p:tags r:id="rId5"/>
            </p:custDataLst>
          </p:nvPr>
        </p:nvSpPr>
        <p:spPr>
          <a:xfrm>
            <a:off x="462248" y="5503599"/>
            <a:ext cx="11274751" cy="93785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170" tIns="46990" rIns="90170" bIns="4699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lang="zh-CN" altLang="en-US" sz="2000" spc="50" dirty="0">
                <a:ln w="3175">
                  <a:noFill/>
                  <a:prstDash val="dash"/>
                </a:ln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2000" spc="50" dirty="0">
              <a:ln w="3175">
                <a:noFill/>
                <a:prstDash val="dash"/>
              </a:ln>
              <a:solidFill>
                <a:schemeClr val="dk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/>
          <p:cNvSpPr/>
          <p:nvPr>
            <p:custDataLst>
              <p:tags r:id="rId1"/>
            </p:custDataLst>
          </p:nvPr>
        </p:nvSpPr>
        <p:spPr>
          <a:xfrm flipH="1">
            <a:off x="1234715" y="4880610"/>
            <a:ext cx="10267633" cy="124968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>
            <p:custDataLst>
              <p:tags r:id="rId2"/>
            </p:custDataLst>
          </p:nvPr>
        </p:nvSpPr>
        <p:spPr>
          <a:xfrm flipH="1">
            <a:off x="1234715" y="3313430"/>
            <a:ext cx="10267633" cy="124968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>
            <p:custDataLst>
              <p:tags r:id="rId3"/>
            </p:custDataLst>
          </p:nvPr>
        </p:nvSpPr>
        <p:spPr>
          <a:xfrm flipH="1">
            <a:off x="1234122" y="1746250"/>
            <a:ext cx="10267633" cy="124968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任意多边形: 形状 23"/>
          <p:cNvSpPr/>
          <p:nvPr>
            <p:custDataLst>
              <p:tags r:id="rId4"/>
            </p:custDataLst>
          </p:nvPr>
        </p:nvSpPr>
        <p:spPr>
          <a:xfrm>
            <a:off x="690203" y="4880805"/>
            <a:ext cx="1601528" cy="1249289"/>
          </a:xfrm>
          <a:custGeom>
            <a:avLst/>
            <a:gdLst>
              <a:gd name="connsiteX0" fmla="*/ 234531 w 1601528"/>
              <a:gd name="connsiteY0" fmla="*/ 0 h 1407160"/>
              <a:gd name="connsiteX1" fmla="*/ 975020 w 1601528"/>
              <a:gd name="connsiteY1" fmla="*/ 0 h 1407160"/>
              <a:gd name="connsiteX2" fmla="*/ 1601528 w 1601528"/>
              <a:gd name="connsiteY2" fmla="*/ 1407160 h 1407160"/>
              <a:gd name="connsiteX3" fmla="*/ 234531 w 1601528"/>
              <a:gd name="connsiteY3" fmla="*/ 1407160 h 1407160"/>
              <a:gd name="connsiteX4" fmla="*/ 0 w 1601528"/>
              <a:gd name="connsiteY4" fmla="*/ 1172629 h 1407160"/>
              <a:gd name="connsiteX5" fmla="*/ 0 w 1601528"/>
              <a:gd name="connsiteY5" fmla="*/ 234531 h 1407160"/>
              <a:gd name="connsiteX6" fmla="*/ 234531 w 1601528"/>
              <a:gd name="connsiteY6" fmla="*/ 0 h 140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1528" h="1407160">
                <a:moveTo>
                  <a:pt x="234531" y="0"/>
                </a:moveTo>
                <a:lnTo>
                  <a:pt x="975020" y="0"/>
                </a:lnTo>
                <a:lnTo>
                  <a:pt x="1601528" y="1407160"/>
                </a:lnTo>
                <a:lnTo>
                  <a:pt x="234531" y="1407160"/>
                </a:lnTo>
                <a:cubicBezTo>
                  <a:pt x="105003" y="1407160"/>
                  <a:pt x="0" y="1302157"/>
                  <a:pt x="0" y="1172629"/>
                </a:cubicBezTo>
                <a:lnTo>
                  <a:pt x="0" y="234531"/>
                </a:lnTo>
                <a:cubicBezTo>
                  <a:pt x="0" y="105003"/>
                  <a:pt x="105003" y="0"/>
                  <a:pt x="234531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>
            <p:custDataLst>
              <p:tags r:id="rId5"/>
            </p:custDataLst>
          </p:nvPr>
        </p:nvSpPr>
        <p:spPr>
          <a:xfrm>
            <a:off x="690203" y="3313625"/>
            <a:ext cx="1601528" cy="1249289"/>
          </a:xfrm>
          <a:custGeom>
            <a:avLst/>
            <a:gdLst>
              <a:gd name="connsiteX0" fmla="*/ 234531 w 1601528"/>
              <a:gd name="connsiteY0" fmla="*/ 0 h 1407160"/>
              <a:gd name="connsiteX1" fmla="*/ 975020 w 1601528"/>
              <a:gd name="connsiteY1" fmla="*/ 0 h 1407160"/>
              <a:gd name="connsiteX2" fmla="*/ 1601528 w 1601528"/>
              <a:gd name="connsiteY2" fmla="*/ 1407160 h 1407160"/>
              <a:gd name="connsiteX3" fmla="*/ 234531 w 1601528"/>
              <a:gd name="connsiteY3" fmla="*/ 1407160 h 1407160"/>
              <a:gd name="connsiteX4" fmla="*/ 0 w 1601528"/>
              <a:gd name="connsiteY4" fmla="*/ 1172629 h 1407160"/>
              <a:gd name="connsiteX5" fmla="*/ 0 w 1601528"/>
              <a:gd name="connsiteY5" fmla="*/ 234531 h 1407160"/>
              <a:gd name="connsiteX6" fmla="*/ 234531 w 1601528"/>
              <a:gd name="connsiteY6" fmla="*/ 0 h 140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1528" h="1407160">
                <a:moveTo>
                  <a:pt x="234531" y="0"/>
                </a:moveTo>
                <a:lnTo>
                  <a:pt x="975020" y="0"/>
                </a:lnTo>
                <a:lnTo>
                  <a:pt x="1601528" y="1407160"/>
                </a:lnTo>
                <a:lnTo>
                  <a:pt x="234531" y="1407160"/>
                </a:lnTo>
                <a:cubicBezTo>
                  <a:pt x="105003" y="1407160"/>
                  <a:pt x="0" y="1302157"/>
                  <a:pt x="0" y="1172629"/>
                </a:cubicBezTo>
                <a:lnTo>
                  <a:pt x="0" y="234531"/>
                </a:lnTo>
                <a:cubicBezTo>
                  <a:pt x="0" y="105003"/>
                  <a:pt x="105003" y="0"/>
                  <a:pt x="234531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>
            <a:off x="689610" y="1746445"/>
            <a:ext cx="1601528" cy="1249289"/>
          </a:xfrm>
          <a:custGeom>
            <a:avLst/>
            <a:gdLst>
              <a:gd name="connsiteX0" fmla="*/ 234531 w 1601528"/>
              <a:gd name="connsiteY0" fmla="*/ 0 h 1407160"/>
              <a:gd name="connsiteX1" fmla="*/ 975020 w 1601528"/>
              <a:gd name="connsiteY1" fmla="*/ 0 h 1407160"/>
              <a:gd name="connsiteX2" fmla="*/ 1601528 w 1601528"/>
              <a:gd name="connsiteY2" fmla="*/ 1407160 h 1407160"/>
              <a:gd name="connsiteX3" fmla="*/ 234531 w 1601528"/>
              <a:gd name="connsiteY3" fmla="*/ 1407160 h 1407160"/>
              <a:gd name="connsiteX4" fmla="*/ 0 w 1601528"/>
              <a:gd name="connsiteY4" fmla="*/ 1172629 h 1407160"/>
              <a:gd name="connsiteX5" fmla="*/ 0 w 1601528"/>
              <a:gd name="connsiteY5" fmla="*/ 234531 h 1407160"/>
              <a:gd name="connsiteX6" fmla="*/ 234531 w 1601528"/>
              <a:gd name="connsiteY6" fmla="*/ 0 h 140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1528" h="1407160">
                <a:moveTo>
                  <a:pt x="234531" y="0"/>
                </a:moveTo>
                <a:lnTo>
                  <a:pt x="975020" y="0"/>
                </a:lnTo>
                <a:lnTo>
                  <a:pt x="1601528" y="1407160"/>
                </a:lnTo>
                <a:lnTo>
                  <a:pt x="234531" y="1407160"/>
                </a:lnTo>
                <a:cubicBezTo>
                  <a:pt x="105003" y="1407160"/>
                  <a:pt x="0" y="1302157"/>
                  <a:pt x="0" y="1172629"/>
                </a:cubicBezTo>
                <a:lnTo>
                  <a:pt x="0" y="234531"/>
                </a:lnTo>
                <a:cubicBezTo>
                  <a:pt x="0" y="105003"/>
                  <a:pt x="105003" y="0"/>
                  <a:pt x="234531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 flipH="1">
            <a:off x="2612983" y="5598795"/>
            <a:ext cx="8185150" cy="3623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defRPr sz="1600" spc="150">
                <a:uFillTx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点击此处添加正文文字，文字是您思想的提炼，请尽可能言简意赅的阐述您的观点。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8"/>
            </p:custDataLst>
          </p:nvPr>
        </p:nvSpPr>
        <p:spPr>
          <a:xfrm flipH="1">
            <a:off x="2612983" y="5154295"/>
            <a:ext cx="8185150" cy="42986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单击此处添加小标题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 flipH="1">
            <a:off x="791168" y="4997450"/>
            <a:ext cx="897890" cy="1015365"/>
          </a:xfrm>
          <a:prstGeom prst="rect">
            <a:avLst/>
          </a:prstGeom>
          <a:noFill/>
        </p:spPr>
        <p:txBody>
          <a:bodyPr wrap="square" rtlCol="0" anchor="ctr">
            <a:normAutofit fontScale="77500" lnSpcReduction="20000"/>
          </a:bodyPr>
          <a:lstStyle/>
          <a:p>
            <a:pPr algn="ctr">
              <a:lnSpc>
                <a:spcPct val="140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10"/>
            </p:custDataLst>
          </p:nvPr>
        </p:nvSpPr>
        <p:spPr>
          <a:xfrm flipH="1">
            <a:off x="2612983" y="4018915"/>
            <a:ext cx="8185150" cy="3623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defRPr sz="1600" spc="150">
                <a:uFillTx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点击此处添加正文文字，文字是您思想的提炼，请尽可能言简意赅的阐述您的观点。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11"/>
            </p:custDataLst>
          </p:nvPr>
        </p:nvSpPr>
        <p:spPr>
          <a:xfrm flipH="1">
            <a:off x="2612983" y="3574415"/>
            <a:ext cx="8185150" cy="42986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单击此处添加小标题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12"/>
            </p:custDataLst>
          </p:nvPr>
        </p:nvSpPr>
        <p:spPr>
          <a:xfrm flipH="1">
            <a:off x="798153" y="3430270"/>
            <a:ext cx="883285" cy="1015365"/>
          </a:xfrm>
          <a:prstGeom prst="rect">
            <a:avLst/>
          </a:prstGeom>
          <a:noFill/>
        </p:spPr>
        <p:txBody>
          <a:bodyPr wrap="square" rtlCol="0" anchor="ctr">
            <a:normAutofit fontScale="77500" lnSpcReduction="20000"/>
          </a:bodyPr>
          <a:lstStyle/>
          <a:p>
            <a:pPr algn="ctr">
              <a:lnSpc>
                <a:spcPct val="140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13"/>
            </p:custDataLst>
          </p:nvPr>
        </p:nvSpPr>
        <p:spPr>
          <a:xfrm flipH="1">
            <a:off x="2612983" y="2451735"/>
            <a:ext cx="8185150" cy="3623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defRPr sz="1600" spc="150">
                <a:uFillTx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点击此处添加正文文字，文字是您思想的提炼，请尽可能言简意赅的阐述您的观点。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4"/>
            </p:custDataLst>
          </p:nvPr>
        </p:nvSpPr>
        <p:spPr>
          <a:xfrm flipH="1">
            <a:off x="2612983" y="2007235"/>
            <a:ext cx="8185150" cy="42986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单击此处添加小标题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 flipH="1">
            <a:off x="798153" y="1863090"/>
            <a:ext cx="883285" cy="1015365"/>
          </a:xfrm>
          <a:prstGeom prst="rect">
            <a:avLst/>
          </a:prstGeom>
          <a:noFill/>
        </p:spPr>
        <p:txBody>
          <a:bodyPr wrap="square" rtlCol="0" anchor="ctr">
            <a:normAutofit fontScale="77500" lnSpcReduction="20000"/>
          </a:bodyPr>
          <a:lstStyle/>
          <a:p>
            <a:pPr algn="ctr">
              <a:lnSpc>
                <a:spcPct val="140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zh-CN" altLang="en-US" sz="6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6" name="图片 15"/>
          <p:cNvPicPr/>
          <p:nvPr>
            <p:custDataLst>
              <p:tags r:id="rId16"/>
            </p:custDataLst>
          </p:nvPr>
        </p:nvPicPr>
        <p:blipFill>
          <a:blip r:embed="rId17" r:link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2" name="图片 1"/>
          <p:cNvPicPr/>
          <p:nvPr>
            <p:custDataLst>
              <p:tags r:id="rId19"/>
            </p:custDataLst>
          </p:nvPr>
        </p:nvPicPr>
        <p:blipFill>
          <a:blip r:embed="rId20" r:link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2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/>
          <p:cNvSpPr/>
          <p:nvPr>
            <p:custDataLst>
              <p:tags r:id="rId1"/>
            </p:custDataLst>
          </p:nvPr>
        </p:nvSpPr>
        <p:spPr>
          <a:xfrm flipH="1">
            <a:off x="1234439" y="2808609"/>
            <a:ext cx="10267633" cy="1005827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>
            <p:custDataLst>
              <p:tags r:id="rId2"/>
            </p:custDataLst>
          </p:nvPr>
        </p:nvSpPr>
        <p:spPr>
          <a:xfrm flipH="1">
            <a:off x="1234439" y="3997334"/>
            <a:ext cx="10267633" cy="1005827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>
            <p:custDataLst>
              <p:tags r:id="rId3"/>
            </p:custDataLst>
          </p:nvPr>
        </p:nvSpPr>
        <p:spPr>
          <a:xfrm flipH="1">
            <a:off x="1234439" y="5186058"/>
            <a:ext cx="10267633" cy="1005827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>
            <p:custDataLst>
              <p:tags r:id="rId4"/>
            </p:custDataLst>
          </p:nvPr>
        </p:nvSpPr>
        <p:spPr>
          <a:xfrm flipH="1">
            <a:off x="1234715" y="1619885"/>
            <a:ext cx="10267633" cy="1005827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5"/>
            </p:custDataLst>
          </p:nvPr>
        </p:nvSpPr>
        <p:spPr>
          <a:xfrm>
            <a:off x="689927" y="2808766"/>
            <a:ext cx="1601528" cy="1005513"/>
          </a:xfrm>
          <a:custGeom>
            <a:avLst/>
            <a:gdLst>
              <a:gd name="connsiteX0" fmla="*/ 234531 w 1601528"/>
              <a:gd name="connsiteY0" fmla="*/ 0 h 1407160"/>
              <a:gd name="connsiteX1" fmla="*/ 975020 w 1601528"/>
              <a:gd name="connsiteY1" fmla="*/ 0 h 1407160"/>
              <a:gd name="connsiteX2" fmla="*/ 1601528 w 1601528"/>
              <a:gd name="connsiteY2" fmla="*/ 1407160 h 1407160"/>
              <a:gd name="connsiteX3" fmla="*/ 234531 w 1601528"/>
              <a:gd name="connsiteY3" fmla="*/ 1407160 h 1407160"/>
              <a:gd name="connsiteX4" fmla="*/ 0 w 1601528"/>
              <a:gd name="connsiteY4" fmla="*/ 1172629 h 1407160"/>
              <a:gd name="connsiteX5" fmla="*/ 0 w 1601528"/>
              <a:gd name="connsiteY5" fmla="*/ 234531 h 1407160"/>
              <a:gd name="connsiteX6" fmla="*/ 234531 w 1601528"/>
              <a:gd name="connsiteY6" fmla="*/ 0 h 140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1528" h="1407160">
                <a:moveTo>
                  <a:pt x="234531" y="0"/>
                </a:moveTo>
                <a:lnTo>
                  <a:pt x="975020" y="0"/>
                </a:lnTo>
                <a:lnTo>
                  <a:pt x="1601528" y="1407160"/>
                </a:lnTo>
                <a:lnTo>
                  <a:pt x="234531" y="1407160"/>
                </a:lnTo>
                <a:cubicBezTo>
                  <a:pt x="105003" y="1407160"/>
                  <a:pt x="0" y="1302157"/>
                  <a:pt x="0" y="1172629"/>
                </a:cubicBezTo>
                <a:lnTo>
                  <a:pt x="0" y="234531"/>
                </a:lnTo>
                <a:cubicBezTo>
                  <a:pt x="0" y="105003"/>
                  <a:pt x="105003" y="0"/>
                  <a:pt x="234531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>
            <a:off x="689927" y="3997491"/>
            <a:ext cx="1601528" cy="1005513"/>
          </a:xfrm>
          <a:custGeom>
            <a:avLst/>
            <a:gdLst>
              <a:gd name="connsiteX0" fmla="*/ 234531 w 1601528"/>
              <a:gd name="connsiteY0" fmla="*/ 0 h 1407160"/>
              <a:gd name="connsiteX1" fmla="*/ 975020 w 1601528"/>
              <a:gd name="connsiteY1" fmla="*/ 0 h 1407160"/>
              <a:gd name="connsiteX2" fmla="*/ 1601528 w 1601528"/>
              <a:gd name="connsiteY2" fmla="*/ 1407160 h 1407160"/>
              <a:gd name="connsiteX3" fmla="*/ 234531 w 1601528"/>
              <a:gd name="connsiteY3" fmla="*/ 1407160 h 1407160"/>
              <a:gd name="connsiteX4" fmla="*/ 0 w 1601528"/>
              <a:gd name="connsiteY4" fmla="*/ 1172629 h 1407160"/>
              <a:gd name="connsiteX5" fmla="*/ 0 w 1601528"/>
              <a:gd name="connsiteY5" fmla="*/ 234531 h 1407160"/>
              <a:gd name="connsiteX6" fmla="*/ 234531 w 1601528"/>
              <a:gd name="connsiteY6" fmla="*/ 0 h 140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1528" h="1407160">
                <a:moveTo>
                  <a:pt x="234531" y="0"/>
                </a:moveTo>
                <a:lnTo>
                  <a:pt x="975020" y="0"/>
                </a:lnTo>
                <a:lnTo>
                  <a:pt x="1601528" y="1407160"/>
                </a:lnTo>
                <a:lnTo>
                  <a:pt x="234531" y="1407160"/>
                </a:lnTo>
                <a:cubicBezTo>
                  <a:pt x="105003" y="1407160"/>
                  <a:pt x="0" y="1302157"/>
                  <a:pt x="0" y="1172629"/>
                </a:cubicBezTo>
                <a:lnTo>
                  <a:pt x="0" y="234531"/>
                </a:lnTo>
                <a:cubicBezTo>
                  <a:pt x="0" y="105003"/>
                  <a:pt x="105003" y="0"/>
                  <a:pt x="234531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7"/>
            </p:custDataLst>
          </p:nvPr>
        </p:nvSpPr>
        <p:spPr>
          <a:xfrm>
            <a:off x="689927" y="5186215"/>
            <a:ext cx="1601528" cy="1005513"/>
          </a:xfrm>
          <a:custGeom>
            <a:avLst/>
            <a:gdLst>
              <a:gd name="connsiteX0" fmla="*/ 234531 w 1601528"/>
              <a:gd name="connsiteY0" fmla="*/ 0 h 1407160"/>
              <a:gd name="connsiteX1" fmla="*/ 975020 w 1601528"/>
              <a:gd name="connsiteY1" fmla="*/ 0 h 1407160"/>
              <a:gd name="connsiteX2" fmla="*/ 1601528 w 1601528"/>
              <a:gd name="connsiteY2" fmla="*/ 1407160 h 1407160"/>
              <a:gd name="connsiteX3" fmla="*/ 234531 w 1601528"/>
              <a:gd name="connsiteY3" fmla="*/ 1407160 h 1407160"/>
              <a:gd name="connsiteX4" fmla="*/ 0 w 1601528"/>
              <a:gd name="connsiteY4" fmla="*/ 1172629 h 1407160"/>
              <a:gd name="connsiteX5" fmla="*/ 0 w 1601528"/>
              <a:gd name="connsiteY5" fmla="*/ 234531 h 1407160"/>
              <a:gd name="connsiteX6" fmla="*/ 234531 w 1601528"/>
              <a:gd name="connsiteY6" fmla="*/ 0 h 140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1528" h="1407160">
                <a:moveTo>
                  <a:pt x="234531" y="0"/>
                </a:moveTo>
                <a:lnTo>
                  <a:pt x="975020" y="0"/>
                </a:lnTo>
                <a:lnTo>
                  <a:pt x="1601528" y="1407160"/>
                </a:lnTo>
                <a:lnTo>
                  <a:pt x="234531" y="1407160"/>
                </a:lnTo>
                <a:cubicBezTo>
                  <a:pt x="105003" y="1407160"/>
                  <a:pt x="0" y="1302157"/>
                  <a:pt x="0" y="1172629"/>
                </a:cubicBezTo>
                <a:lnTo>
                  <a:pt x="0" y="234531"/>
                </a:lnTo>
                <a:cubicBezTo>
                  <a:pt x="0" y="105003"/>
                  <a:pt x="105003" y="0"/>
                  <a:pt x="234531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8"/>
            </p:custDataLst>
          </p:nvPr>
        </p:nvSpPr>
        <p:spPr>
          <a:xfrm>
            <a:off x="690203" y="1620042"/>
            <a:ext cx="1601528" cy="1005513"/>
          </a:xfrm>
          <a:custGeom>
            <a:avLst/>
            <a:gdLst>
              <a:gd name="connsiteX0" fmla="*/ 234531 w 1601528"/>
              <a:gd name="connsiteY0" fmla="*/ 0 h 1407160"/>
              <a:gd name="connsiteX1" fmla="*/ 975020 w 1601528"/>
              <a:gd name="connsiteY1" fmla="*/ 0 h 1407160"/>
              <a:gd name="connsiteX2" fmla="*/ 1601528 w 1601528"/>
              <a:gd name="connsiteY2" fmla="*/ 1407160 h 1407160"/>
              <a:gd name="connsiteX3" fmla="*/ 234531 w 1601528"/>
              <a:gd name="connsiteY3" fmla="*/ 1407160 h 1407160"/>
              <a:gd name="connsiteX4" fmla="*/ 0 w 1601528"/>
              <a:gd name="connsiteY4" fmla="*/ 1172629 h 1407160"/>
              <a:gd name="connsiteX5" fmla="*/ 0 w 1601528"/>
              <a:gd name="connsiteY5" fmla="*/ 234531 h 1407160"/>
              <a:gd name="connsiteX6" fmla="*/ 234531 w 1601528"/>
              <a:gd name="connsiteY6" fmla="*/ 0 h 140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1528" h="1407160">
                <a:moveTo>
                  <a:pt x="234531" y="0"/>
                </a:moveTo>
                <a:lnTo>
                  <a:pt x="975020" y="0"/>
                </a:lnTo>
                <a:lnTo>
                  <a:pt x="1601528" y="1407160"/>
                </a:lnTo>
                <a:lnTo>
                  <a:pt x="234531" y="1407160"/>
                </a:lnTo>
                <a:cubicBezTo>
                  <a:pt x="105003" y="1407160"/>
                  <a:pt x="0" y="1302157"/>
                  <a:pt x="0" y="1172629"/>
                </a:cubicBezTo>
                <a:lnTo>
                  <a:pt x="0" y="234531"/>
                </a:lnTo>
                <a:cubicBezTo>
                  <a:pt x="0" y="105003"/>
                  <a:pt x="105003" y="0"/>
                  <a:pt x="234531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 flipH="1">
            <a:off x="2612390" y="5775894"/>
            <a:ext cx="8185150" cy="3623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defRPr sz="1600" spc="150">
                <a:uFillTx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点击此处添加正文文字，文字是您思想的提炼，请尽可能言简意赅的阐述您的观点。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0"/>
            </p:custDataLst>
          </p:nvPr>
        </p:nvSpPr>
        <p:spPr>
          <a:xfrm flipH="1">
            <a:off x="2612390" y="5349949"/>
            <a:ext cx="8185150" cy="42986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单击此处添加小标题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>
            <p:custDataLst>
              <p:tags r:id="rId11"/>
            </p:custDataLst>
          </p:nvPr>
        </p:nvSpPr>
        <p:spPr>
          <a:xfrm flipH="1">
            <a:off x="812301" y="5248723"/>
            <a:ext cx="854721" cy="88049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zh-CN" altLang="en-US" sz="4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 flipH="1">
            <a:off x="2612390" y="4586650"/>
            <a:ext cx="8185150" cy="3623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defRPr sz="1600" spc="150">
                <a:uFillTx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点击此处添加正文文字，文字是您思想的提炼，请尽可能言简意赅的阐述您的观点。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3"/>
            </p:custDataLst>
          </p:nvPr>
        </p:nvSpPr>
        <p:spPr>
          <a:xfrm flipH="1">
            <a:off x="2612390" y="4160706"/>
            <a:ext cx="8185150" cy="42986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单击此处添加小标题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4"/>
            </p:custDataLst>
          </p:nvPr>
        </p:nvSpPr>
        <p:spPr>
          <a:xfrm flipH="1">
            <a:off x="812302" y="4059998"/>
            <a:ext cx="854721" cy="88049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zh-CN" altLang="en-US" sz="4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15"/>
            </p:custDataLst>
          </p:nvPr>
        </p:nvSpPr>
        <p:spPr>
          <a:xfrm flipH="1">
            <a:off x="2612390" y="3397999"/>
            <a:ext cx="8185150" cy="3623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defRPr sz="1600" spc="150">
                <a:uFillTx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点击此处添加正文文字，文字是您思想的提炼，请尽可能言简意赅的阐述您的观点。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16"/>
            </p:custDataLst>
          </p:nvPr>
        </p:nvSpPr>
        <p:spPr>
          <a:xfrm flipH="1">
            <a:off x="2612390" y="2972054"/>
            <a:ext cx="8185150" cy="42986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单击此处添加小标题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17"/>
            </p:custDataLst>
          </p:nvPr>
        </p:nvSpPr>
        <p:spPr>
          <a:xfrm flipH="1">
            <a:off x="812302" y="2871274"/>
            <a:ext cx="854721" cy="88049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zh-CN" altLang="en-US" sz="4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18"/>
            </p:custDataLst>
          </p:nvPr>
        </p:nvSpPr>
        <p:spPr>
          <a:xfrm flipH="1">
            <a:off x="2612390" y="2209347"/>
            <a:ext cx="8185150" cy="362343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defRPr sz="1600" spc="150">
                <a:uFillTx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点击此处添加正文文字，文字是您思想的提炼，请尽可能言简意赅的阐述您的观点。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9"/>
            </p:custDataLst>
          </p:nvPr>
        </p:nvSpPr>
        <p:spPr>
          <a:xfrm flipH="1">
            <a:off x="2612390" y="1783402"/>
            <a:ext cx="8185150" cy="429861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单击此处添加小标题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0"/>
            </p:custDataLst>
          </p:nvPr>
        </p:nvSpPr>
        <p:spPr>
          <a:xfrm flipH="1">
            <a:off x="812302" y="1682550"/>
            <a:ext cx="854721" cy="88049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7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zh-CN" altLang="en-US" sz="47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16" name="图片 15"/>
          <p:cNvPicPr/>
          <p:nvPr>
            <p:custDataLst>
              <p:tags r:id="rId21"/>
            </p:custDataLst>
          </p:nvPr>
        </p:nvPicPr>
        <p:blipFill>
          <a:blip r:embed="rId22" r:link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24"/>
            </p:custDataLst>
          </p:nvPr>
        </p:nvPicPr>
        <p:blipFill>
          <a:blip r:embed="rId25" r:link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7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任意多边形 2"/>
          <p:cNvSpPr/>
          <p:nvPr>
            <p:custDataLst>
              <p:tags r:id="rId8"/>
            </p:custDataLst>
          </p:nvPr>
        </p:nvSpPr>
        <p:spPr>
          <a:xfrm flipH="1">
            <a:off x="4524272" y="3024193"/>
            <a:ext cx="1913914" cy="1408112"/>
          </a:xfrm>
          <a:custGeom>
            <a:avLst/>
            <a:gdLst>
              <a:gd name="connsiteX0" fmla="*/ 3387926 w 4764289"/>
              <a:gd name="connsiteY0" fmla="*/ 0 h 3505200"/>
              <a:gd name="connsiteX1" fmla="*/ 4764289 w 4764289"/>
              <a:gd name="connsiteY1" fmla="*/ 1376363 h 3505200"/>
              <a:gd name="connsiteX2" fmla="*/ 4757183 w 4764289"/>
              <a:gd name="connsiteY2" fmla="*/ 1517088 h 3505200"/>
              <a:gd name="connsiteX3" fmla="*/ 4755323 w 4764289"/>
              <a:gd name="connsiteY3" fmla="*/ 1529277 h 3505200"/>
              <a:gd name="connsiteX4" fmla="*/ 4751527 w 4764289"/>
              <a:gd name="connsiteY4" fmla="*/ 1594024 h 3505200"/>
              <a:gd name="connsiteX5" fmla="*/ 2292551 w 4764289"/>
              <a:gd name="connsiteY5" fmla="*/ 3505200 h 3505200"/>
              <a:gd name="connsiteX6" fmla="*/ 15055 w 4764289"/>
              <a:gd name="connsiteY6" fmla="*/ 2205002 h 3505200"/>
              <a:gd name="connsiteX7" fmla="*/ 0 w 4764289"/>
              <a:gd name="connsiteY7" fmla="*/ 2169573 h 3505200"/>
              <a:gd name="connsiteX8" fmla="*/ 65761 w 4764289"/>
              <a:gd name="connsiteY8" fmla="*/ 2260723 h 3505200"/>
              <a:gd name="connsiteX9" fmla="*/ 871739 w 4764289"/>
              <a:gd name="connsiteY9" fmla="*/ 2681287 h 3505200"/>
              <a:gd name="connsiteX10" fmla="*/ 2005679 w 4764289"/>
              <a:gd name="connsiteY10" fmla="*/ 1392205 h 3505200"/>
              <a:gd name="connsiteX11" fmla="*/ 2006505 w 4764289"/>
              <a:gd name="connsiteY11" fmla="*/ 1371600 h 3505200"/>
              <a:gd name="connsiteX12" fmla="*/ 2011804 w 4764289"/>
              <a:gd name="connsiteY12" fmla="*/ 1371600 h 3505200"/>
              <a:gd name="connsiteX13" fmla="*/ 2018669 w 4764289"/>
              <a:gd name="connsiteY13" fmla="*/ 1235638 h 3505200"/>
              <a:gd name="connsiteX14" fmla="*/ 3387926 w 4764289"/>
              <a:gd name="connsiteY14" fmla="*/ 0 h 3505200"/>
              <a:gd name="connsiteX0-1" fmla="*/ 3387926 w 4764289"/>
              <a:gd name="connsiteY0-2" fmla="*/ 0 h 3505200"/>
              <a:gd name="connsiteX1-3" fmla="*/ 4764289 w 4764289"/>
              <a:gd name="connsiteY1-4" fmla="*/ 1376363 h 3505200"/>
              <a:gd name="connsiteX2-5" fmla="*/ 4757183 w 4764289"/>
              <a:gd name="connsiteY2-6" fmla="*/ 1517088 h 3505200"/>
              <a:gd name="connsiteX3-7" fmla="*/ 4755323 w 4764289"/>
              <a:gd name="connsiteY3-8" fmla="*/ 1529277 h 3505200"/>
              <a:gd name="connsiteX4-9" fmla="*/ 4751527 w 4764289"/>
              <a:gd name="connsiteY4-10" fmla="*/ 1594024 h 3505200"/>
              <a:gd name="connsiteX5-11" fmla="*/ 2292551 w 4764289"/>
              <a:gd name="connsiteY5-12" fmla="*/ 3505200 h 3505200"/>
              <a:gd name="connsiteX6-13" fmla="*/ 15055 w 4764289"/>
              <a:gd name="connsiteY6-14" fmla="*/ 2205002 h 3505200"/>
              <a:gd name="connsiteX7-15" fmla="*/ 0 w 4764289"/>
              <a:gd name="connsiteY7-16" fmla="*/ 2169573 h 3505200"/>
              <a:gd name="connsiteX8-17" fmla="*/ 65761 w 4764289"/>
              <a:gd name="connsiteY8-18" fmla="*/ 2260723 h 3505200"/>
              <a:gd name="connsiteX9-19" fmla="*/ 871739 w 4764289"/>
              <a:gd name="connsiteY9-20" fmla="*/ 2681287 h 3505200"/>
              <a:gd name="connsiteX10-21" fmla="*/ 2005679 w 4764289"/>
              <a:gd name="connsiteY10-22" fmla="*/ 1392205 h 3505200"/>
              <a:gd name="connsiteX11-23" fmla="*/ 2006505 w 4764289"/>
              <a:gd name="connsiteY11-24" fmla="*/ 1371600 h 3505200"/>
              <a:gd name="connsiteX12-25" fmla="*/ 2018669 w 4764289"/>
              <a:gd name="connsiteY12-26" fmla="*/ 1235638 h 3505200"/>
              <a:gd name="connsiteX13-27" fmla="*/ 3387926 w 4764289"/>
              <a:gd name="connsiteY13-28" fmla="*/ 0 h 3505200"/>
              <a:gd name="connsiteX0-29" fmla="*/ 3387926 w 4764289"/>
              <a:gd name="connsiteY0-30" fmla="*/ 0 h 3505200"/>
              <a:gd name="connsiteX1-31" fmla="*/ 4764289 w 4764289"/>
              <a:gd name="connsiteY1-32" fmla="*/ 1376363 h 3505200"/>
              <a:gd name="connsiteX2-33" fmla="*/ 4757183 w 4764289"/>
              <a:gd name="connsiteY2-34" fmla="*/ 1517088 h 3505200"/>
              <a:gd name="connsiteX3-35" fmla="*/ 4755323 w 4764289"/>
              <a:gd name="connsiteY3-36" fmla="*/ 1529277 h 3505200"/>
              <a:gd name="connsiteX4-37" fmla="*/ 4751527 w 4764289"/>
              <a:gd name="connsiteY4-38" fmla="*/ 1594024 h 3505200"/>
              <a:gd name="connsiteX5-39" fmla="*/ 2292551 w 4764289"/>
              <a:gd name="connsiteY5-40" fmla="*/ 3505200 h 3505200"/>
              <a:gd name="connsiteX6-41" fmla="*/ 15055 w 4764289"/>
              <a:gd name="connsiteY6-42" fmla="*/ 2205002 h 3505200"/>
              <a:gd name="connsiteX7-43" fmla="*/ 0 w 4764289"/>
              <a:gd name="connsiteY7-44" fmla="*/ 2169573 h 3505200"/>
              <a:gd name="connsiteX8-45" fmla="*/ 65761 w 4764289"/>
              <a:gd name="connsiteY8-46" fmla="*/ 2260723 h 3505200"/>
              <a:gd name="connsiteX9-47" fmla="*/ 871739 w 4764289"/>
              <a:gd name="connsiteY9-48" fmla="*/ 2681287 h 3505200"/>
              <a:gd name="connsiteX10-49" fmla="*/ 2005679 w 4764289"/>
              <a:gd name="connsiteY10-50" fmla="*/ 1392205 h 3505200"/>
              <a:gd name="connsiteX11-51" fmla="*/ 2018669 w 4764289"/>
              <a:gd name="connsiteY11-52" fmla="*/ 1235638 h 3505200"/>
              <a:gd name="connsiteX12-53" fmla="*/ 3387926 w 4764289"/>
              <a:gd name="connsiteY12-54" fmla="*/ 0 h 3505200"/>
              <a:gd name="connsiteX0-55" fmla="*/ 3387926 w 4764289"/>
              <a:gd name="connsiteY0-56" fmla="*/ 0 h 3505200"/>
              <a:gd name="connsiteX1-57" fmla="*/ 4764289 w 4764289"/>
              <a:gd name="connsiteY1-58" fmla="*/ 1376363 h 3505200"/>
              <a:gd name="connsiteX2-59" fmla="*/ 4757183 w 4764289"/>
              <a:gd name="connsiteY2-60" fmla="*/ 1517088 h 3505200"/>
              <a:gd name="connsiteX3-61" fmla="*/ 4755323 w 4764289"/>
              <a:gd name="connsiteY3-62" fmla="*/ 1529277 h 3505200"/>
              <a:gd name="connsiteX4-63" fmla="*/ 4751527 w 4764289"/>
              <a:gd name="connsiteY4-64" fmla="*/ 1594024 h 3505200"/>
              <a:gd name="connsiteX5-65" fmla="*/ 2292551 w 4764289"/>
              <a:gd name="connsiteY5-66" fmla="*/ 3505200 h 3505200"/>
              <a:gd name="connsiteX6-67" fmla="*/ 15055 w 4764289"/>
              <a:gd name="connsiteY6-68" fmla="*/ 2205002 h 3505200"/>
              <a:gd name="connsiteX7-69" fmla="*/ 0 w 4764289"/>
              <a:gd name="connsiteY7-70" fmla="*/ 2169573 h 3505200"/>
              <a:gd name="connsiteX8-71" fmla="*/ 65761 w 4764289"/>
              <a:gd name="connsiteY8-72" fmla="*/ 2260723 h 3505200"/>
              <a:gd name="connsiteX9-73" fmla="*/ 871739 w 4764289"/>
              <a:gd name="connsiteY9-74" fmla="*/ 2681287 h 3505200"/>
              <a:gd name="connsiteX10-75" fmla="*/ 2005679 w 4764289"/>
              <a:gd name="connsiteY10-76" fmla="*/ 1392205 h 3505200"/>
              <a:gd name="connsiteX11-77" fmla="*/ 2018669 w 4764289"/>
              <a:gd name="connsiteY11-78" fmla="*/ 1235638 h 3505200"/>
              <a:gd name="connsiteX12-79" fmla="*/ 3387926 w 4764289"/>
              <a:gd name="connsiteY12-80" fmla="*/ 0 h 3505200"/>
              <a:gd name="connsiteX0-81" fmla="*/ 3387926 w 4764289"/>
              <a:gd name="connsiteY0-82" fmla="*/ 0 h 3505200"/>
              <a:gd name="connsiteX1-83" fmla="*/ 4764289 w 4764289"/>
              <a:gd name="connsiteY1-84" fmla="*/ 1376363 h 3505200"/>
              <a:gd name="connsiteX2-85" fmla="*/ 4757183 w 4764289"/>
              <a:gd name="connsiteY2-86" fmla="*/ 1517088 h 3505200"/>
              <a:gd name="connsiteX3-87" fmla="*/ 4755323 w 4764289"/>
              <a:gd name="connsiteY3-88" fmla="*/ 1529277 h 3505200"/>
              <a:gd name="connsiteX4-89" fmla="*/ 4751527 w 4764289"/>
              <a:gd name="connsiteY4-90" fmla="*/ 1594024 h 3505200"/>
              <a:gd name="connsiteX5-91" fmla="*/ 2292551 w 4764289"/>
              <a:gd name="connsiteY5-92" fmla="*/ 3505200 h 3505200"/>
              <a:gd name="connsiteX6-93" fmla="*/ 15055 w 4764289"/>
              <a:gd name="connsiteY6-94" fmla="*/ 2205002 h 3505200"/>
              <a:gd name="connsiteX7-95" fmla="*/ 0 w 4764289"/>
              <a:gd name="connsiteY7-96" fmla="*/ 2169573 h 3505200"/>
              <a:gd name="connsiteX8-97" fmla="*/ 65761 w 4764289"/>
              <a:gd name="connsiteY8-98" fmla="*/ 2260723 h 3505200"/>
              <a:gd name="connsiteX9-99" fmla="*/ 871739 w 4764289"/>
              <a:gd name="connsiteY9-100" fmla="*/ 2681287 h 3505200"/>
              <a:gd name="connsiteX10-101" fmla="*/ 2005679 w 4764289"/>
              <a:gd name="connsiteY10-102" fmla="*/ 1392205 h 3505200"/>
              <a:gd name="connsiteX11-103" fmla="*/ 2018669 w 4764289"/>
              <a:gd name="connsiteY11-104" fmla="*/ 1235638 h 3505200"/>
              <a:gd name="connsiteX12-105" fmla="*/ 3387926 w 4764289"/>
              <a:gd name="connsiteY12-106" fmla="*/ 0 h 3505200"/>
              <a:gd name="connsiteX0-107" fmla="*/ 3387926 w 4764289"/>
              <a:gd name="connsiteY0-108" fmla="*/ 0 h 3505200"/>
              <a:gd name="connsiteX1-109" fmla="*/ 4764289 w 4764289"/>
              <a:gd name="connsiteY1-110" fmla="*/ 1376363 h 3505200"/>
              <a:gd name="connsiteX2-111" fmla="*/ 4757183 w 4764289"/>
              <a:gd name="connsiteY2-112" fmla="*/ 1517088 h 3505200"/>
              <a:gd name="connsiteX3-113" fmla="*/ 4755323 w 4764289"/>
              <a:gd name="connsiteY3-114" fmla="*/ 1529277 h 3505200"/>
              <a:gd name="connsiteX4-115" fmla="*/ 4751527 w 4764289"/>
              <a:gd name="connsiteY4-116" fmla="*/ 1594024 h 3505200"/>
              <a:gd name="connsiteX5-117" fmla="*/ 2292551 w 4764289"/>
              <a:gd name="connsiteY5-118" fmla="*/ 3505200 h 3505200"/>
              <a:gd name="connsiteX6-119" fmla="*/ 15055 w 4764289"/>
              <a:gd name="connsiteY6-120" fmla="*/ 2205002 h 3505200"/>
              <a:gd name="connsiteX7-121" fmla="*/ 0 w 4764289"/>
              <a:gd name="connsiteY7-122" fmla="*/ 2169573 h 3505200"/>
              <a:gd name="connsiteX8-123" fmla="*/ 65761 w 4764289"/>
              <a:gd name="connsiteY8-124" fmla="*/ 2260723 h 3505200"/>
              <a:gd name="connsiteX9-125" fmla="*/ 871739 w 4764289"/>
              <a:gd name="connsiteY9-126" fmla="*/ 2681287 h 3505200"/>
              <a:gd name="connsiteX10-127" fmla="*/ 2005679 w 4764289"/>
              <a:gd name="connsiteY10-128" fmla="*/ 1392205 h 3505200"/>
              <a:gd name="connsiteX11-129" fmla="*/ 2018669 w 4764289"/>
              <a:gd name="connsiteY11-130" fmla="*/ 1235638 h 3505200"/>
              <a:gd name="connsiteX12-131" fmla="*/ 3387926 w 4764289"/>
              <a:gd name="connsiteY12-132" fmla="*/ 0 h 3505200"/>
              <a:gd name="connsiteX0-133" fmla="*/ 3387926 w 4764289"/>
              <a:gd name="connsiteY0-134" fmla="*/ 0 h 3505200"/>
              <a:gd name="connsiteX1-135" fmla="*/ 4764289 w 4764289"/>
              <a:gd name="connsiteY1-136" fmla="*/ 1376363 h 3505200"/>
              <a:gd name="connsiteX2-137" fmla="*/ 4757183 w 4764289"/>
              <a:gd name="connsiteY2-138" fmla="*/ 1517088 h 3505200"/>
              <a:gd name="connsiteX3-139" fmla="*/ 4755323 w 4764289"/>
              <a:gd name="connsiteY3-140" fmla="*/ 1529277 h 3505200"/>
              <a:gd name="connsiteX4-141" fmla="*/ 4751527 w 4764289"/>
              <a:gd name="connsiteY4-142" fmla="*/ 1594024 h 3505200"/>
              <a:gd name="connsiteX5-143" fmla="*/ 2292551 w 4764289"/>
              <a:gd name="connsiteY5-144" fmla="*/ 3505200 h 3505200"/>
              <a:gd name="connsiteX6-145" fmla="*/ 15055 w 4764289"/>
              <a:gd name="connsiteY6-146" fmla="*/ 2205002 h 3505200"/>
              <a:gd name="connsiteX7-147" fmla="*/ 0 w 4764289"/>
              <a:gd name="connsiteY7-148" fmla="*/ 2169573 h 3505200"/>
              <a:gd name="connsiteX8-149" fmla="*/ 65761 w 4764289"/>
              <a:gd name="connsiteY8-150" fmla="*/ 2260723 h 3505200"/>
              <a:gd name="connsiteX9-151" fmla="*/ 871739 w 4764289"/>
              <a:gd name="connsiteY9-152" fmla="*/ 2681287 h 3505200"/>
              <a:gd name="connsiteX10-153" fmla="*/ 2005679 w 4764289"/>
              <a:gd name="connsiteY10-154" fmla="*/ 1392205 h 3505200"/>
              <a:gd name="connsiteX11-155" fmla="*/ 2018669 w 4764289"/>
              <a:gd name="connsiteY11-156" fmla="*/ 1235638 h 3505200"/>
              <a:gd name="connsiteX12-157" fmla="*/ 3387926 w 4764289"/>
              <a:gd name="connsiteY12-158" fmla="*/ 0 h 3505200"/>
              <a:gd name="connsiteX0-159" fmla="*/ 3387926 w 4764289"/>
              <a:gd name="connsiteY0-160" fmla="*/ 0 h 3505200"/>
              <a:gd name="connsiteX1-161" fmla="*/ 4764289 w 4764289"/>
              <a:gd name="connsiteY1-162" fmla="*/ 1376363 h 3505200"/>
              <a:gd name="connsiteX2-163" fmla="*/ 4757183 w 4764289"/>
              <a:gd name="connsiteY2-164" fmla="*/ 1517088 h 3505200"/>
              <a:gd name="connsiteX3-165" fmla="*/ 4755323 w 4764289"/>
              <a:gd name="connsiteY3-166" fmla="*/ 1529277 h 3505200"/>
              <a:gd name="connsiteX4-167" fmla="*/ 4751527 w 4764289"/>
              <a:gd name="connsiteY4-168" fmla="*/ 1594024 h 3505200"/>
              <a:gd name="connsiteX5-169" fmla="*/ 2292551 w 4764289"/>
              <a:gd name="connsiteY5-170" fmla="*/ 3505200 h 3505200"/>
              <a:gd name="connsiteX6-171" fmla="*/ 15055 w 4764289"/>
              <a:gd name="connsiteY6-172" fmla="*/ 2205002 h 3505200"/>
              <a:gd name="connsiteX7-173" fmla="*/ 0 w 4764289"/>
              <a:gd name="connsiteY7-174" fmla="*/ 2169573 h 3505200"/>
              <a:gd name="connsiteX8-175" fmla="*/ 65761 w 4764289"/>
              <a:gd name="connsiteY8-176" fmla="*/ 2260723 h 3505200"/>
              <a:gd name="connsiteX9-177" fmla="*/ 871739 w 4764289"/>
              <a:gd name="connsiteY9-178" fmla="*/ 2681287 h 3505200"/>
              <a:gd name="connsiteX10-179" fmla="*/ 2005679 w 4764289"/>
              <a:gd name="connsiteY10-180" fmla="*/ 1392205 h 3505200"/>
              <a:gd name="connsiteX11-181" fmla="*/ 2018669 w 4764289"/>
              <a:gd name="connsiteY11-182" fmla="*/ 1235638 h 3505200"/>
              <a:gd name="connsiteX12-183" fmla="*/ 3387926 w 4764289"/>
              <a:gd name="connsiteY12-184" fmla="*/ 0 h 3505200"/>
              <a:gd name="connsiteX0-185" fmla="*/ 3387926 w 4764289"/>
              <a:gd name="connsiteY0-186" fmla="*/ 0 h 3505200"/>
              <a:gd name="connsiteX1-187" fmla="*/ 4764289 w 4764289"/>
              <a:gd name="connsiteY1-188" fmla="*/ 1376363 h 3505200"/>
              <a:gd name="connsiteX2-189" fmla="*/ 4757183 w 4764289"/>
              <a:gd name="connsiteY2-190" fmla="*/ 1517088 h 3505200"/>
              <a:gd name="connsiteX3-191" fmla="*/ 4755323 w 4764289"/>
              <a:gd name="connsiteY3-192" fmla="*/ 1529277 h 3505200"/>
              <a:gd name="connsiteX4-193" fmla="*/ 4751527 w 4764289"/>
              <a:gd name="connsiteY4-194" fmla="*/ 1594024 h 3505200"/>
              <a:gd name="connsiteX5-195" fmla="*/ 2292551 w 4764289"/>
              <a:gd name="connsiteY5-196" fmla="*/ 3505200 h 3505200"/>
              <a:gd name="connsiteX6-197" fmla="*/ 15055 w 4764289"/>
              <a:gd name="connsiteY6-198" fmla="*/ 2205002 h 3505200"/>
              <a:gd name="connsiteX7-199" fmla="*/ 0 w 4764289"/>
              <a:gd name="connsiteY7-200" fmla="*/ 2169573 h 3505200"/>
              <a:gd name="connsiteX8-201" fmla="*/ 65761 w 4764289"/>
              <a:gd name="connsiteY8-202" fmla="*/ 2260723 h 3505200"/>
              <a:gd name="connsiteX9-203" fmla="*/ 871739 w 4764289"/>
              <a:gd name="connsiteY9-204" fmla="*/ 2681287 h 3505200"/>
              <a:gd name="connsiteX10-205" fmla="*/ 2005679 w 4764289"/>
              <a:gd name="connsiteY10-206" fmla="*/ 1392205 h 3505200"/>
              <a:gd name="connsiteX11-207" fmla="*/ 2018669 w 4764289"/>
              <a:gd name="connsiteY11-208" fmla="*/ 1235638 h 3505200"/>
              <a:gd name="connsiteX12-209" fmla="*/ 3387926 w 4764289"/>
              <a:gd name="connsiteY12-210" fmla="*/ 0 h 3505200"/>
            </a:gdLst>
            <a:ahLst/>
            <a:cxnLst>
              <a:cxn ang="0">
                <a:pos x="connsiteX0-185" y="connsiteY0-186"/>
              </a:cxn>
              <a:cxn ang="0">
                <a:pos x="connsiteX1-187" y="connsiteY1-188"/>
              </a:cxn>
              <a:cxn ang="0">
                <a:pos x="connsiteX2-189" y="connsiteY2-190"/>
              </a:cxn>
              <a:cxn ang="0">
                <a:pos x="connsiteX3-191" y="connsiteY3-192"/>
              </a:cxn>
              <a:cxn ang="0">
                <a:pos x="connsiteX4-193" y="connsiteY4-194"/>
              </a:cxn>
              <a:cxn ang="0">
                <a:pos x="connsiteX5-195" y="connsiteY5-196"/>
              </a:cxn>
              <a:cxn ang="0">
                <a:pos x="connsiteX6-197" y="connsiteY6-198"/>
              </a:cxn>
              <a:cxn ang="0">
                <a:pos x="connsiteX7-199" y="connsiteY7-200"/>
              </a:cxn>
              <a:cxn ang="0">
                <a:pos x="connsiteX8-201" y="connsiteY8-202"/>
              </a:cxn>
              <a:cxn ang="0">
                <a:pos x="connsiteX9-203" y="connsiteY9-204"/>
              </a:cxn>
              <a:cxn ang="0">
                <a:pos x="connsiteX10-205" y="connsiteY10-206"/>
              </a:cxn>
              <a:cxn ang="0">
                <a:pos x="connsiteX11-207" y="connsiteY11-208"/>
              </a:cxn>
              <a:cxn ang="0">
                <a:pos x="connsiteX12-209" y="connsiteY12-210"/>
              </a:cxn>
            </a:cxnLst>
            <a:rect l="l" t="t" r="r" b="b"/>
            <a:pathLst>
              <a:path w="4764289" h="3505200">
                <a:moveTo>
                  <a:pt x="3387926" y="0"/>
                </a:moveTo>
                <a:cubicBezTo>
                  <a:pt x="4148070" y="0"/>
                  <a:pt x="4764289" y="616219"/>
                  <a:pt x="4764289" y="1376363"/>
                </a:cubicBezTo>
                <a:cubicBezTo>
                  <a:pt x="4764289" y="1423872"/>
                  <a:pt x="4761882" y="1470819"/>
                  <a:pt x="4757183" y="1517088"/>
                </a:cubicBezTo>
                <a:lnTo>
                  <a:pt x="4755323" y="1529277"/>
                </a:lnTo>
                <a:lnTo>
                  <a:pt x="4751527" y="1594024"/>
                </a:lnTo>
                <a:cubicBezTo>
                  <a:pt x="4624949" y="2667503"/>
                  <a:pt x="3572335" y="3505200"/>
                  <a:pt x="2292551" y="3505200"/>
                </a:cubicBezTo>
                <a:cubicBezTo>
                  <a:pt x="1268724" y="3505200"/>
                  <a:pt x="390285" y="2969074"/>
                  <a:pt x="15055" y="2205002"/>
                </a:cubicBezTo>
                <a:lnTo>
                  <a:pt x="0" y="2169573"/>
                </a:lnTo>
                <a:lnTo>
                  <a:pt x="65761" y="2260723"/>
                </a:lnTo>
                <a:cubicBezTo>
                  <a:pt x="272029" y="2520569"/>
                  <a:pt x="556985" y="2681287"/>
                  <a:pt x="871739" y="2681287"/>
                </a:cubicBezTo>
                <a:cubicBezTo>
                  <a:pt x="1461903" y="2681287"/>
                  <a:pt x="1947309" y="2116263"/>
                  <a:pt x="2005679" y="1392205"/>
                </a:cubicBezTo>
                <a:cubicBezTo>
                  <a:pt x="2006205" y="1395093"/>
                  <a:pt x="2014391" y="1254878"/>
                  <a:pt x="2018669" y="1235638"/>
                </a:cubicBezTo>
                <a:cubicBezTo>
                  <a:pt x="2089153" y="541599"/>
                  <a:pt x="2675291" y="0"/>
                  <a:pt x="3387926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 </a:t>
            </a:r>
            <a:endParaRPr lang="en-US" altLang="zh-CN" sz="3200" kern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>
            <p:custDataLst>
              <p:tags r:id="rId9"/>
            </p:custDataLst>
          </p:nvPr>
        </p:nvSpPr>
        <p:spPr>
          <a:xfrm flipH="1">
            <a:off x="4617629" y="3132630"/>
            <a:ext cx="914400" cy="914400"/>
          </a:xfrm>
          <a:prstGeom prst="ellipse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r>
              <a:rPr lang="en-US" altLang="zh-CN" sz="3200" kern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</a:t>
            </a:r>
            <a:endParaRPr lang="en-US" altLang="zh-CN" sz="3200" kern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10"/>
            </p:custDataLst>
          </p:nvPr>
        </p:nvSpPr>
        <p:spPr>
          <a:xfrm rot="7200000" flipH="1">
            <a:off x="5857772" y="2254297"/>
            <a:ext cx="1913914" cy="1408112"/>
          </a:xfrm>
          <a:custGeom>
            <a:avLst/>
            <a:gdLst>
              <a:gd name="connsiteX0" fmla="*/ 3387926 w 4764289"/>
              <a:gd name="connsiteY0" fmla="*/ 0 h 3505200"/>
              <a:gd name="connsiteX1" fmla="*/ 4764289 w 4764289"/>
              <a:gd name="connsiteY1" fmla="*/ 1376363 h 3505200"/>
              <a:gd name="connsiteX2" fmla="*/ 4757183 w 4764289"/>
              <a:gd name="connsiteY2" fmla="*/ 1517088 h 3505200"/>
              <a:gd name="connsiteX3" fmla="*/ 4755323 w 4764289"/>
              <a:gd name="connsiteY3" fmla="*/ 1529277 h 3505200"/>
              <a:gd name="connsiteX4" fmla="*/ 4751527 w 4764289"/>
              <a:gd name="connsiteY4" fmla="*/ 1594024 h 3505200"/>
              <a:gd name="connsiteX5" fmla="*/ 2292551 w 4764289"/>
              <a:gd name="connsiteY5" fmla="*/ 3505200 h 3505200"/>
              <a:gd name="connsiteX6" fmla="*/ 15055 w 4764289"/>
              <a:gd name="connsiteY6" fmla="*/ 2205002 h 3505200"/>
              <a:gd name="connsiteX7" fmla="*/ 0 w 4764289"/>
              <a:gd name="connsiteY7" fmla="*/ 2169573 h 3505200"/>
              <a:gd name="connsiteX8" fmla="*/ 65761 w 4764289"/>
              <a:gd name="connsiteY8" fmla="*/ 2260723 h 3505200"/>
              <a:gd name="connsiteX9" fmla="*/ 871739 w 4764289"/>
              <a:gd name="connsiteY9" fmla="*/ 2681287 h 3505200"/>
              <a:gd name="connsiteX10" fmla="*/ 2005679 w 4764289"/>
              <a:gd name="connsiteY10" fmla="*/ 1392205 h 3505200"/>
              <a:gd name="connsiteX11" fmla="*/ 2006505 w 4764289"/>
              <a:gd name="connsiteY11" fmla="*/ 1371600 h 3505200"/>
              <a:gd name="connsiteX12" fmla="*/ 2011804 w 4764289"/>
              <a:gd name="connsiteY12" fmla="*/ 1371600 h 3505200"/>
              <a:gd name="connsiteX13" fmla="*/ 2018669 w 4764289"/>
              <a:gd name="connsiteY13" fmla="*/ 1235638 h 3505200"/>
              <a:gd name="connsiteX14" fmla="*/ 3387926 w 4764289"/>
              <a:gd name="connsiteY14" fmla="*/ 0 h 3505200"/>
              <a:gd name="connsiteX0-1" fmla="*/ 3387926 w 4764289"/>
              <a:gd name="connsiteY0-2" fmla="*/ 0 h 3505200"/>
              <a:gd name="connsiteX1-3" fmla="*/ 4764289 w 4764289"/>
              <a:gd name="connsiteY1-4" fmla="*/ 1376363 h 3505200"/>
              <a:gd name="connsiteX2-5" fmla="*/ 4757183 w 4764289"/>
              <a:gd name="connsiteY2-6" fmla="*/ 1517088 h 3505200"/>
              <a:gd name="connsiteX3-7" fmla="*/ 4755323 w 4764289"/>
              <a:gd name="connsiteY3-8" fmla="*/ 1529277 h 3505200"/>
              <a:gd name="connsiteX4-9" fmla="*/ 4751527 w 4764289"/>
              <a:gd name="connsiteY4-10" fmla="*/ 1594024 h 3505200"/>
              <a:gd name="connsiteX5-11" fmla="*/ 2292551 w 4764289"/>
              <a:gd name="connsiteY5-12" fmla="*/ 3505200 h 3505200"/>
              <a:gd name="connsiteX6-13" fmla="*/ 15055 w 4764289"/>
              <a:gd name="connsiteY6-14" fmla="*/ 2205002 h 3505200"/>
              <a:gd name="connsiteX7-15" fmla="*/ 0 w 4764289"/>
              <a:gd name="connsiteY7-16" fmla="*/ 2169573 h 3505200"/>
              <a:gd name="connsiteX8-17" fmla="*/ 65761 w 4764289"/>
              <a:gd name="connsiteY8-18" fmla="*/ 2260723 h 3505200"/>
              <a:gd name="connsiteX9-19" fmla="*/ 871739 w 4764289"/>
              <a:gd name="connsiteY9-20" fmla="*/ 2681287 h 3505200"/>
              <a:gd name="connsiteX10-21" fmla="*/ 2005679 w 4764289"/>
              <a:gd name="connsiteY10-22" fmla="*/ 1392205 h 3505200"/>
              <a:gd name="connsiteX11-23" fmla="*/ 2006505 w 4764289"/>
              <a:gd name="connsiteY11-24" fmla="*/ 1371600 h 3505200"/>
              <a:gd name="connsiteX12-25" fmla="*/ 2018669 w 4764289"/>
              <a:gd name="connsiteY12-26" fmla="*/ 1235638 h 3505200"/>
              <a:gd name="connsiteX13-27" fmla="*/ 3387926 w 4764289"/>
              <a:gd name="connsiteY13-28" fmla="*/ 0 h 3505200"/>
              <a:gd name="connsiteX0-29" fmla="*/ 3387926 w 4764289"/>
              <a:gd name="connsiteY0-30" fmla="*/ 0 h 3505200"/>
              <a:gd name="connsiteX1-31" fmla="*/ 4764289 w 4764289"/>
              <a:gd name="connsiteY1-32" fmla="*/ 1376363 h 3505200"/>
              <a:gd name="connsiteX2-33" fmla="*/ 4757183 w 4764289"/>
              <a:gd name="connsiteY2-34" fmla="*/ 1517088 h 3505200"/>
              <a:gd name="connsiteX3-35" fmla="*/ 4755323 w 4764289"/>
              <a:gd name="connsiteY3-36" fmla="*/ 1529277 h 3505200"/>
              <a:gd name="connsiteX4-37" fmla="*/ 4751527 w 4764289"/>
              <a:gd name="connsiteY4-38" fmla="*/ 1594024 h 3505200"/>
              <a:gd name="connsiteX5-39" fmla="*/ 2292551 w 4764289"/>
              <a:gd name="connsiteY5-40" fmla="*/ 3505200 h 3505200"/>
              <a:gd name="connsiteX6-41" fmla="*/ 15055 w 4764289"/>
              <a:gd name="connsiteY6-42" fmla="*/ 2205002 h 3505200"/>
              <a:gd name="connsiteX7-43" fmla="*/ 0 w 4764289"/>
              <a:gd name="connsiteY7-44" fmla="*/ 2169573 h 3505200"/>
              <a:gd name="connsiteX8-45" fmla="*/ 65761 w 4764289"/>
              <a:gd name="connsiteY8-46" fmla="*/ 2260723 h 3505200"/>
              <a:gd name="connsiteX9-47" fmla="*/ 871739 w 4764289"/>
              <a:gd name="connsiteY9-48" fmla="*/ 2681287 h 3505200"/>
              <a:gd name="connsiteX10-49" fmla="*/ 2005679 w 4764289"/>
              <a:gd name="connsiteY10-50" fmla="*/ 1392205 h 3505200"/>
              <a:gd name="connsiteX11-51" fmla="*/ 2018669 w 4764289"/>
              <a:gd name="connsiteY11-52" fmla="*/ 1235638 h 3505200"/>
              <a:gd name="connsiteX12-53" fmla="*/ 3387926 w 4764289"/>
              <a:gd name="connsiteY12-54" fmla="*/ 0 h 3505200"/>
              <a:gd name="connsiteX0-55" fmla="*/ 3387926 w 4764289"/>
              <a:gd name="connsiteY0-56" fmla="*/ 0 h 3505200"/>
              <a:gd name="connsiteX1-57" fmla="*/ 4764289 w 4764289"/>
              <a:gd name="connsiteY1-58" fmla="*/ 1376363 h 3505200"/>
              <a:gd name="connsiteX2-59" fmla="*/ 4757183 w 4764289"/>
              <a:gd name="connsiteY2-60" fmla="*/ 1517088 h 3505200"/>
              <a:gd name="connsiteX3-61" fmla="*/ 4755323 w 4764289"/>
              <a:gd name="connsiteY3-62" fmla="*/ 1529277 h 3505200"/>
              <a:gd name="connsiteX4-63" fmla="*/ 4751527 w 4764289"/>
              <a:gd name="connsiteY4-64" fmla="*/ 1594024 h 3505200"/>
              <a:gd name="connsiteX5-65" fmla="*/ 2292551 w 4764289"/>
              <a:gd name="connsiteY5-66" fmla="*/ 3505200 h 3505200"/>
              <a:gd name="connsiteX6-67" fmla="*/ 15055 w 4764289"/>
              <a:gd name="connsiteY6-68" fmla="*/ 2205002 h 3505200"/>
              <a:gd name="connsiteX7-69" fmla="*/ 0 w 4764289"/>
              <a:gd name="connsiteY7-70" fmla="*/ 2169573 h 3505200"/>
              <a:gd name="connsiteX8-71" fmla="*/ 65761 w 4764289"/>
              <a:gd name="connsiteY8-72" fmla="*/ 2260723 h 3505200"/>
              <a:gd name="connsiteX9-73" fmla="*/ 871739 w 4764289"/>
              <a:gd name="connsiteY9-74" fmla="*/ 2681287 h 3505200"/>
              <a:gd name="connsiteX10-75" fmla="*/ 2005679 w 4764289"/>
              <a:gd name="connsiteY10-76" fmla="*/ 1392205 h 3505200"/>
              <a:gd name="connsiteX11-77" fmla="*/ 2018669 w 4764289"/>
              <a:gd name="connsiteY11-78" fmla="*/ 1235638 h 3505200"/>
              <a:gd name="connsiteX12-79" fmla="*/ 3387926 w 4764289"/>
              <a:gd name="connsiteY12-80" fmla="*/ 0 h 3505200"/>
              <a:gd name="connsiteX0-81" fmla="*/ 3387926 w 4764289"/>
              <a:gd name="connsiteY0-82" fmla="*/ 0 h 3505200"/>
              <a:gd name="connsiteX1-83" fmla="*/ 4764289 w 4764289"/>
              <a:gd name="connsiteY1-84" fmla="*/ 1376363 h 3505200"/>
              <a:gd name="connsiteX2-85" fmla="*/ 4757183 w 4764289"/>
              <a:gd name="connsiteY2-86" fmla="*/ 1517088 h 3505200"/>
              <a:gd name="connsiteX3-87" fmla="*/ 4755323 w 4764289"/>
              <a:gd name="connsiteY3-88" fmla="*/ 1529277 h 3505200"/>
              <a:gd name="connsiteX4-89" fmla="*/ 4751527 w 4764289"/>
              <a:gd name="connsiteY4-90" fmla="*/ 1594024 h 3505200"/>
              <a:gd name="connsiteX5-91" fmla="*/ 2292551 w 4764289"/>
              <a:gd name="connsiteY5-92" fmla="*/ 3505200 h 3505200"/>
              <a:gd name="connsiteX6-93" fmla="*/ 15055 w 4764289"/>
              <a:gd name="connsiteY6-94" fmla="*/ 2205002 h 3505200"/>
              <a:gd name="connsiteX7-95" fmla="*/ 0 w 4764289"/>
              <a:gd name="connsiteY7-96" fmla="*/ 2169573 h 3505200"/>
              <a:gd name="connsiteX8-97" fmla="*/ 65761 w 4764289"/>
              <a:gd name="connsiteY8-98" fmla="*/ 2260723 h 3505200"/>
              <a:gd name="connsiteX9-99" fmla="*/ 871739 w 4764289"/>
              <a:gd name="connsiteY9-100" fmla="*/ 2681287 h 3505200"/>
              <a:gd name="connsiteX10-101" fmla="*/ 2005679 w 4764289"/>
              <a:gd name="connsiteY10-102" fmla="*/ 1392205 h 3505200"/>
              <a:gd name="connsiteX11-103" fmla="*/ 2018669 w 4764289"/>
              <a:gd name="connsiteY11-104" fmla="*/ 1235638 h 3505200"/>
              <a:gd name="connsiteX12-105" fmla="*/ 3387926 w 4764289"/>
              <a:gd name="connsiteY12-106" fmla="*/ 0 h 3505200"/>
              <a:gd name="connsiteX0-107" fmla="*/ 3387926 w 4764289"/>
              <a:gd name="connsiteY0-108" fmla="*/ 0 h 3505200"/>
              <a:gd name="connsiteX1-109" fmla="*/ 4764289 w 4764289"/>
              <a:gd name="connsiteY1-110" fmla="*/ 1376363 h 3505200"/>
              <a:gd name="connsiteX2-111" fmla="*/ 4757183 w 4764289"/>
              <a:gd name="connsiteY2-112" fmla="*/ 1517088 h 3505200"/>
              <a:gd name="connsiteX3-113" fmla="*/ 4755323 w 4764289"/>
              <a:gd name="connsiteY3-114" fmla="*/ 1529277 h 3505200"/>
              <a:gd name="connsiteX4-115" fmla="*/ 4751527 w 4764289"/>
              <a:gd name="connsiteY4-116" fmla="*/ 1594024 h 3505200"/>
              <a:gd name="connsiteX5-117" fmla="*/ 2292551 w 4764289"/>
              <a:gd name="connsiteY5-118" fmla="*/ 3505200 h 3505200"/>
              <a:gd name="connsiteX6-119" fmla="*/ 15055 w 4764289"/>
              <a:gd name="connsiteY6-120" fmla="*/ 2205002 h 3505200"/>
              <a:gd name="connsiteX7-121" fmla="*/ 0 w 4764289"/>
              <a:gd name="connsiteY7-122" fmla="*/ 2169573 h 3505200"/>
              <a:gd name="connsiteX8-123" fmla="*/ 65761 w 4764289"/>
              <a:gd name="connsiteY8-124" fmla="*/ 2260723 h 3505200"/>
              <a:gd name="connsiteX9-125" fmla="*/ 871739 w 4764289"/>
              <a:gd name="connsiteY9-126" fmla="*/ 2681287 h 3505200"/>
              <a:gd name="connsiteX10-127" fmla="*/ 2005679 w 4764289"/>
              <a:gd name="connsiteY10-128" fmla="*/ 1392205 h 3505200"/>
              <a:gd name="connsiteX11-129" fmla="*/ 2018669 w 4764289"/>
              <a:gd name="connsiteY11-130" fmla="*/ 1235638 h 3505200"/>
              <a:gd name="connsiteX12-131" fmla="*/ 3387926 w 4764289"/>
              <a:gd name="connsiteY12-132" fmla="*/ 0 h 3505200"/>
              <a:gd name="connsiteX0-133" fmla="*/ 3387926 w 4764289"/>
              <a:gd name="connsiteY0-134" fmla="*/ 0 h 3505200"/>
              <a:gd name="connsiteX1-135" fmla="*/ 4764289 w 4764289"/>
              <a:gd name="connsiteY1-136" fmla="*/ 1376363 h 3505200"/>
              <a:gd name="connsiteX2-137" fmla="*/ 4757183 w 4764289"/>
              <a:gd name="connsiteY2-138" fmla="*/ 1517088 h 3505200"/>
              <a:gd name="connsiteX3-139" fmla="*/ 4755323 w 4764289"/>
              <a:gd name="connsiteY3-140" fmla="*/ 1529277 h 3505200"/>
              <a:gd name="connsiteX4-141" fmla="*/ 4751527 w 4764289"/>
              <a:gd name="connsiteY4-142" fmla="*/ 1594024 h 3505200"/>
              <a:gd name="connsiteX5-143" fmla="*/ 2292551 w 4764289"/>
              <a:gd name="connsiteY5-144" fmla="*/ 3505200 h 3505200"/>
              <a:gd name="connsiteX6-145" fmla="*/ 15055 w 4764289"/>
              <a:gd name="connsiteY6-146" fmla="*/ 2205002 h 3505200"/>
              <a:gd name="connsiteX7-147" fmla="*/ 0 w 4764289"/>
              <a:gd name="connsiteY7-148" fmla="*/ 2169573 h 3505200"/>
              <a:gd name="connsiteX8-149" fmla="*/ 65761 w 4764289"/>
              <a:gd name="connsiteY8-150" fmla="*/ 2260723 h 3505200"/>
              <a:gd name="connsiteX9-151" fmla="*/ 871739 w 4764289"/>
              <a:gd name="connsiteY9-152" fmla="*/ 2681287 h 3505200"/>
              <a:gd name="connsiteX10-153" fmla="*/ 2005679 w 4764289"/>
              <a:gd name="connsiteY10-154" fmla="*/ 1392205 h 3505200"/>
              <a:gd name="connsiteX11-155" fmla="*/ 2018669 w 4764289"/>
              <a:gd name="connsiteY11-156" fmla="*/ 1235638 h 3505200"/>
              <a:gd name="connsiteX12-157" fmla="*/ 3387926 w 4764289"/>
              <a:gd name="connsiteY12-158" fmla="*/ 0 h 3505200"/>
              <a:gd name="connsiteX0-159" fmla="*/ 3387926 w 4764289"/>
              <a:gd name="connsiteY0-160" fmla="*/ 0 h 3505200"/>
              <a:gd name="connsiteX1-161" fmla="*/ 4764289 w 4764289"/>
              <a:gd name="connsiteY1-162" fmla="*/ 1376363 h 3505200"/>
              <a:gd name="connsiteX2-163" fmla="*/ 4757183 w 4764289"/>
              <a:gd name="connsiteY2-164" fmla="*/ 1517088 h 3505200"/>
              <a:gd name="connsiteX3-165" fmla="*/ 4755323 w 4764289"/>
              <a:gd name="connsiteY3-166" fmla="*/ 1529277 h 3505200"/>
              <a:gd name="connsiteX4-167" fmla="*/ 4751527 w 4764289"/>
              <a:gd name="connsiteY4-168" fmla="*/ 1594024 h 3505200"/>
              <a:gd name="connsiteX5-169" fmla="*/ 2292551 w 4764289"/>
              <a:gd name="connsiteY5-170" fmla="*/ 3505200 h 3505200"/>
              <a:gd name="connsiteX6-171" fmla="*/ 15055 w 4764289"/>
              <a:gd name="connsiteY6-172" fmla="*/ 2205002 h 3505200"/>
              <a:gd name="connsiteX7-173" fmla="*/ 0 w 4764289"/>
              <a:gd name="connsiteY7-174" fmla="*/ 2169573 h 3505200"/>
              <a:gd name="connsiteX8-175" fmla="*/ 65761 w 4764289"/>
              <a:gd name="connsiteY8-176" fmla="*/ 2260723 h 3505200"/>
              <a:gd name="connsiteX9-177" fmla="*/ 871739 w 4764289"/>
              <a:gd name="connsiteY9-178" fmla="*/ 2681287 h 3505200"/>
              <a:gd name="connsiteX10-179" fmla="*/ 2005679 w 4764289"/>
              <a:gd name="connsiteY10-180" fmla="*/ 1392205 h 3505200"/>
              <a:gd name="connsiteX11-181" fmla="*/ 2018669 w 4764289"/>
              <a:gd name="connsiteY11-182" fmla="*/ 1235638 h 3505200"/>
              <a:gd name="connsiteX12-183" fmla="*/ 3387926 w 4764289"/>
              <a:gd name="connsiteY12-184" fmla="*/ 0 h 3505200"/>
              <a:gd name="connsiteX0-185" fmla="*/ 3387926 w 4764289"/>
              <a:gd name="connsiteY0-186" fmla="*/ 0 h 3505200"/>
              <a:gd name="connsiteX1-187" fmla="*/ 4764289 w 4764289"/>
              <a:gd name="connsiteY1-188" fmla="*/ 1376363 h 3505200"/>
              <a:gd name="connsiteX2-189" fmla="*/ 4757183 w 4764289"/>
              <a:gd name="connsiteY2-190" fmla="*/ 1517088 h 3505200"/>
              <a:gd name="connsiteX3-191" fmla="*/ 4755323 w 4764289"/>
              <a:gd name="connsiteY3-192" fmla="*/ 1529277 h 3505200"/>
              <a:gd name="connsiteX4-193" fmla="*/ 4751527 w 4764289"/>
              <a:gd name="connsiteY4-194" fmla="*/ 1594024 h 3505200"/>
              <a:gd name="connsiteX5-195" fmla="*/ 2292551 w 4764289"/>
              <a:gd name="connsiteY5-196" fmla="*/ 3505200 h 3505200"/>
              <a:gd name="connsiteX6-197" fmla="*/ 15055 w 4764289"/>
              <a:gd name="connsiteY6-198" fmla="*/ 2205002 h 3505200"/>
              <a:gd name="connsiteX7-199" fmla="*/ 0 w 4764289"/>
              <a:gd name="connsiteY7-200" fmla="*/ 2169573 h 3505200"/>
              <a:gd name="connsiteX8-201" fmla="*/ 65761 w 4764289"/>
              <a:gd name="connsiteY8-202" fmla="*/ 2260723 h 3505200"/>
              <a:gd name="connsiteX9-203" fmla="*/ 871739 w 4764289"/>
              <a:gd name="connsiteY9-204" fmla="*/ 2681287 h 3505200"/>
              <a:gd name="connsiteX10-205" fmla="*/ 2005679 w 4764289"/>
              <a:gd name="connsiteY10-206" fmla="*/ 1392205 h 3505200"/>
              <a:gd name="connsiteX11-207" fmla="*/ 2018669 w 4764289"/>
              <a:gd name="connsiteY11-208" fmla="*/ 1235638 h 3505200"/>
              <a:gd name="connsiteX12-209" fmla="*/ 3387926 w 4764289"/>
              <a:gd name="connsiteY12-210" fmla="*/ 0 h 3505200"/>
            </a:gdLst>
            <a:ahLst/>
            <a:cxnLst>
              <a:cxn ang="0">
                <a:pos x="connsiteX0-185" y="connsiteY0-186"/>
              </a:cxn>
              <a:cxn ang="0">
                <a:pos x="connsiteX1-187" y="connsiteY1-188"/>
              </a:cxn>
              <a:cxn ang="0">
                <a:pos x="connsiteX2-189" y="connsiteY2-190"/>
              </a:cxn>
              <a:cxn ang="0">
                <a:pos x="connsiteX3-191" y="connsiteY3-192"/>
              </a:cxn>
              <a:cxn ang="0">
                <a:pos x="connsiteX4-193" y="connsiteY4-194"/>
              </a:cxn>
              <a:cxn ang="0">
                <a:pos x="connsiteX5-195" y="connsiteY5-196"/>
              </a:cxn>
              <a:cxn ang="0">
                <a:pos x="connsiteX6-197" y="connsiteY6-198"/>
              </a:cxn>
              <a:cxn ang="0">
                <a:pos x="connsiteX7-199" y="connsiteY7-200"/>
              </a:cxn>
              <a:cxn ang="0">
                <a:pos x="connsiteX8-201" y="connsiteY8-202"/>
              </a:cxn>
              <a:cxn ang="0">
                <a:pos x="connsiteX9-203" y="connsiteY9-204"/>
              </a:cxn>
              <a:cxn ang="0">
                <a:pos x="connsiteX10-205" y="connsiteY10-206"/>
              </a:cxn>
              <a:cxn ang="0">
                <a:pos x="connsiteX11-207" y="connsiteY11-208"/>
              </a:cxn>
              <a:cxn ang="0">
                <a:pos x="connsiteX12-209" y="connsiteY12-210"/>
              </a:cxn>
            </a:cxnLst>
            <a:rect l="l" t="t" r="r" b="b"/>
            <a:pathLst>
              <a:path w="4764289" h="3505200">
                <a:moveTo>
                  <a:pt x="3387926" y="0"/>
                </a:moveTo>
                <a:cubicBezTo>
                  <a:pt x="4148070" y="0"/>
                  <a:pt x="4764289" y="616219"/>
                  <a:pt x="4764289" y="1376363"/>
                </a:cubicBezTo>
                <a:cubicBezTo>
                  <a:pt x="4764289" y="1423872"/>
                  <a:pt x="4761882" y="1470819"/>
                  <a:pt x="4757183" y="1517088"/>
                </a:cubicBezTo>
                <a:lnTo>
                  <a:pt x="4755323" y="1529277"/>
                </a:lnTo>
                <a:lnTo>
                  <a:pt x="4751527" y="1594024"/>
                </a:lnTo>
                <a:cubicBezTo>
                  <a:pt x="4624949" y="2667503"/>
                  <a:pt x="3572335" y="3505200"/>
                  <a:pt x="2292551" y="3505200"/>
                </a:cubicBezTo>
                <a:cubicBezTo>
                  <a:pt x="1268724" y="3505200"/>
                  <a:pt x="390285" y="2969074"/>
                  <a:pt x="15055" y="2205002"/>
                </a:cubicBezTo>
                <a:lnTo>
                  <a:pt x="0" y="2169573"/>
                </a:lnTo>
                <a:lnTo>
                  <a:pt x="65761" y="2260723"/>
                </a:lnTo>
                <a:cubicBezTo>
                  <a:pt x="272029" y="2520569"/>
                  <a:pt x="556985" y="2681287"/>
                  <a:pt x="871739" y="2681287"/>
                </a:cubicBezTo>
                <a:cubicBezTo>
                  <a:pt x="1461903" y="2681287"/>
                  <a:pt x="1947309" y="2116263"/>
                  <a:pt x="2005679" y="1392205"/>
                </a:cubicBezTo>
                <a:cubicBezTo>
                  <a:pt x="2006205" y="1395093"/>
                  <a:pt x="2014391" y="1254878"/>
                  <a:pt x="2018669" y="1235638"/>
                </a:cubicBezTo>
                <a:cubicBezTo>
                  <a:pt x="2089153" y="541599"/>
                  <a:pt x="2675291" y="0"/>
                  <a:pt x="3387926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kern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 </a:t>
            </a:r>
            <a:endParaRPr lang="en-US" altLang="zh-CN" sz="3200" kern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11"/>
            </p:custDataLst>
          </p:nvPr>
        </p:nvSpPr>
        <p:spPr>
          <a:xfrm flipH="1">
            <a:off x="6680603" y="2218410"/>
            <a:ext cx="914400" cy="914400"/>
          </a:xfrm>
          <a:prstGeom prst="ellipse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r>
              <a:rPr lang="en-US" altLang="zh-CN" sz="3200" kern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endParaRPr lang="en-US" altLang="zh-CN" sz="3200" kern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任意多边形 10"/>
          <p:cNvSpPr/>
          <p:nvPr>
            <p:custDataLst>
              <p:tags r:id="rId12"/>
            </p:custDataLst>
          </p:nvPr>
        </p:nvSpPr>
        <p:spPr>
          <a:xfrm rot="14400000" flipH="1">
            <a:off x="5857772" y="3794090"/>
            <a:ext cx="1913914" cy="1408112"/>
          </a:xfrm>
          <a:custGeom>
            <a:avLst/>
            <a:gdLst>
              <a:gd name="connsiteX0" fmla="*/ 3387926 w 4764289"/>
              <a:gd name="connsiteY0" fmla="*/ 0 h 3505200"/>
              <a:gd name="connsiteX1" fmla="*/ 4764289 w 4764289"/>
              <a:gd name="connsiteY1" fmla="*/ 1376363 h 3505200"/>
              <a:gd name="connsiteX2" fmla="*/ 4757183 w 4764289"/>
              <a:gd name="connsiteY2" fmla="*/ 1517088 h 3505200"/>
              <a:gd name="connsiteX3" fmla="*/ 4755323 w 4764289"/>
              <a:gd name="connsiteY3" fmla="*/ 1529277 h 3505200"/>
              <a:gd name="connsiteX4" fmla="*/ 4751527 w 4764289"/>
              <a:gd name="connsiteY4" fmla="*/ 1594024 h 3505200"/>
              <a:gd name="connsiteX5" fmla="*/ 2292551 w 4764289"/>
              <a:gd name="connsiteY5" fmla="*/ 3505200 h 3505200"/>
              <a:gd name="connsiteX6" fmla="*/ 15055 w 4764289"/>
              <a:gd name="connsiteY6" fmla="*/ 2205002 h 3505200"/>
              <a:gd name="connsiteX7" fmla="*/ 0 w 4764289"/>
              <a:gd name="connsiteY7" fmla="*/ 2169573 h 3505200"/>
              <a:gd name="connsiteX8" fmla="*/ 65761 w 4764289"/>
              <a:gd name="connsiteY8" fmla="*/ 2260723 h 3505200"/>
              <a:gd name="connsiteX9" fmla="*/ 871739 w 4764289"/>
              <a:gd name="connsiteY9" fmla="*/ 2681287 h 3505200"/>
              <a:gd name="connsiteX10" fmla="*/ 2005679 w 4764289"/>
              <a:gd name="connsiteY10" fmla="*/ 1392205 h 3505200"/>
              <a:gd name="connsiteX11" fmla="*/ 2006505 w 4764289"/>
              <a:gd name="connsiteY11" fmla="*/ 1371600 h 3505200"/>
              <a:gd name="connsiteX12" fmla="*/ 2011804 w 4764289"/>
              <a:gd name="connsiteY12" fmla="*/ 1371600 h 3505200"/>
              <a:gd name="connsiteX13" fmla="*/ 2018669 w 4764289"/>
              <a:gd name="connsiteY13" fmla="*/ 1235638 h 3505200"/>
              <a:gd name="connsiteX14" fmla="*/ 3387926 w 4764289"/>
              <a:gd name="connsiteY14" fmla="*/ 0 h 3505200"/>
              <a:gd name="connsiteX0-1" fmla="*/ 3387926 w 4764289"/>
              <a:gd name="connsiteY0-2" fmla="*/ 0 h 3505200"/>
              <a:gd name="connsiteX1-3" fmla="*/ 4764289 w 4764289"/>
              <a:gd name="connsiteY1-4" fmla="*/ 1376363 h 3505200"/>
              <a:gd name="connsiteX2-5" fmla="*/ 4757183 w 4764289"/>
              <a:gd name="connsiteY2-6" fmla="*/ 1517088 h 3505200"/>
              <a:gd name="connsiteX3-7" fmla="*/ 4755323 w 4764289"/>
              <a:gd name="connsiteY3-8" fmla="*/ 1529277 h 3505200"/>
              <a:gd name="connsiteX4-9" fmla="*/ 4751527 w 4764289"/>
              <a:gd name="connsiteY4-10" fmla="*/ 1594024 h 3505200"/>
              <a:gd name="connsiteX5-11" fmla="*/ 2292551 w 4764289"/>
              <a:gd name="connsiteY5-12" fmla="*/ 3505200 h 3505200"/>
              <a:gd name="connsiteX6-13" fmla="*/ 15055 w 4764289"/>
              <a:gd name="connsiteY6-14" fmla="*/ 2205002 h 3505200"/>
              <a:gd name="connsiteX7-15" fmla="*/ 0 w 4764289"/>
              <a:gd name="connsiteY7-16" fmla="*/ 2169573 h 3505200"/>
              <a:gd name="connsiteX8-17" fmla="*/ 65761 w 4764289"/>
              <a:gd name="connsiteY8-18" fmla="*/ 2260723 h 3505200"/>
              <a:gd name="connsiteX9-19" fmla="*/ 871739 w 4764289"/>
              <a:gd name="connsiteY9-20" fmla="*/ 2681287 h 3505200"/>
              <a:gd name="connsiteX10-21" fmla="*/ 2005679 w 4764289"/>
              <a:gd name="connsiteY10-22" fmla="*/ 1392205 h 3505200"/>
              <a:gd name="connsiteX11-23" fmla="*/ 2006505 w 4764289"/>
              <a:gd name="connsiteY11-24" fmla="*/ 1371600 h 3505200"/>
              <a:gd name="connsiteX12-25" fmla="*/ 2018669 w 4764289"/>
              <a:gd name="connsiteY12-26" fmla="*/ 1235638 h 3505200"/>
              <a:gd name="connsiteX13-27" fmla="*/ 3387926 w 4764289"/>
              <a:gd name="connsiteY13-28" fmla="*/ 0 h 3505200"/>
              <a:gd name="connsiteX0-29" fmla="*/ 3387926 w 4764289"/>
              <a:gd name="connsiteY0-30" fmla="*/ 0 h 3505200"/>
              <a:gd name="connsiteX1-31" fmla="*/ 4764289 w 4764289"/>
              <a:gd name="connsiteY1-32" fmla="*/ 1376363 h 3505200"/>
              <a:gd name="connsiteX2-33" fmla="*/ 4757183 w 4764289"/>
              <a:gd name="connsiteY2-34" fmla="*/ 1517088 h 3505200"/>
              <a:gd name="connsiteX3-35" fmla="*/ 4755323 w 4764289"/>
              <a:gd name="connsiteY3-36" fmla="*/ 1529277 h 3505200"/>
              <a:gd name="connsiteX4-37" fmla="*/ 4751527 w 4764289"/>
              <a:gd name="connsiteY4-38" fmla="*/ 1594024 h 3505200"/>
              <a:gd name="connsiteX5-39" fmla="*/ 2292551 w 4764289"/>
              <a:gd name="connsiteY5-40" fmla="*/ 3505200 h 3505200"/>
              <a:gd name="connsiteX6-41" fmla="*/ 15055 w 4764289"/>
              <a:gd name="connsiteY6-42" fmla="*/ 2205002 h 3505200"/>
              <a:gd name="connsiteX7-43" fmla="*/ 0 w 4764289"/>
              <a:gd name="connsiteY7-44" fmla="*/ 2169573 h 3505200"/>
              <a:gd name="connsiteX8-45" fmla="*/ 65761 w 4764289"/>
              <a:gd name="connsiteY8-46" fmla="*/ 2260723 h 3505200"/>
              <a:gd name="connsiteX9-47" fmla="*/ 871739 w 4764289"/>
              <a:gd name="connsiteY9-48" fmla="*/ 2681287 h 3505200"/>
              <a:gd name="connsiteX10-49" fmla="*/ 2005679 w 4764289"/>
              <a:gd name="connsiteY10-50" fmla="*/ 1392205 h 3505200"/>
              <a:gd name="connsiteX11-51" fmla="*/ 2018669 w 4764289"/>
              <a:gd name="connsiteY11-52" fmla="*/ 1235638 h 3505200"/>
              <a:gd name="connsiteX12-53" fmla="*/ 3387926 w 4764289"/>
              <a:gd name="connsiteY12-54" fmla="*/ 0 h 3505200"/>
              <a:gd name="connsiteX0-55" fmla="*/ 3387926 w 4764289"/>
              <a:gd name="connsiteY0-56" fmla="*/ 0 h 3505200"/>
              <a:gd name="connsiteX1-57" fmla="*/ 4764289 w 4764289"/>
              <a:gd name="connsiteY1-58" fmla="*/ 1376363 h 3505200"/>
              <a:gd name="connsiteX2-59" fmla="*/ 4757183 w 4764289"/>
              <a:gd name="connsiteY2-60" fmla="*/ 1517088 h 3505200"/>
              <a:gd name="connsiteX3-61" fmla="*/ 4755323 w 4764289"/>
              <a:gd name="connsiteY3-62" fmla="*/ 1529277 h 3505200"/>
              <a:gd name="connsiteX4-63" fmla="*/ 4751527 w 4764289"/>
              <a:gd name="connsiteY4-64" fmla="*/ 1594024 h 3505200"/>
              <a:gd name="connsiteX5-65" fmla="*/ 2292551 w 4764289"/>
              <a:gd name="connsiteY5-66" fmla="*/ 3505200 h 3505200"/>
              <a:gd name="connsiteX6-67" fmla="*/ 15055 w 4764289"/>
              <a:gd name="connsiteY6-68" fmla="*/ 2205002 h 3505200"/>
              <a:gd name="connsiteX7-69" fmla="*/ 0 w 4764289"/>
              <a:gd name="connsiteY7-70" fmla="*/ 2169573 h 3505200"/>
              <a:gd name="connsiteX8-71" fmla="*/ 65761 w 4764289"/>
              <a:gd name="connsiteY8-72" fmla="*/ 2260723 h 3505200"/>
              <a:gd name="connsiteX9-73" fmla="*/ 871739 w 4764289"/>
              <a:gd name="connsiteY9-74" fmla="*/ 2681287 h 3505200"/>
              <a:gd name="connsiteX10-75" fmla="*/ 2005679 w 4764289"/>
              <a:gd name="connsiteY10-76" fmla="*/ 1392205 h 3505200"/>
              <a:gd name="connsiteX11-77" fmla="*/ 2018669 w 4764289"/>
              <a:gd name="connsiteY11-78" fmla="*/ 1235638 h 3505200"/>
              <a:gd name="connsiteX12-79" fmla="*/ 3387926 w 4764289"/>
              <a:gd name="connsiteY12-80" fmla="*/ 0 h 3505200"/>
              <a:gd name="connsiteX0-81" fmla="*/ 3387926 w 4764289"/>
              <a:gd name="connsiteY0-82" fmla="*/ 0 h 3505200"/>
              <a:gd name="connsiteX1-83" fmla="*/ 4764289 w 4764289"/>
              <a:gd name="connsiteY1-84" fmla="*/ 1376363 h 3505200"/>
              <a:gd name="connsiteX2-85" fmla="*/ 4757183 w 4764289"/>
              <a:gd name="connsiteY2-86" fmla="*/ 1517088 h 3505200"/>
              <a:gd name="connsiteX3-87" fmla="*/ 4755323 w 4764289"/>
              <a:gd name="connsiteY3-88" fmla="*/ 1529277 h 3505200"/>
              <a:gd name="connsiteX4-89" fmla="*/ 4751527 w 4764289"/>
              <a:gd name="connsiteY4-90" fmla="*/ 1594024 h 3505200"/>
              <a:gd name="connsiteX5-91" fmla="*/ 2292551 w 4764289"/>
              <a:gd name="connsiteY5-92" fmla="*/ 3505200 h 3505200"/>
              <a:gd name="connsiteX6-93" fmla="*/ 15055 w 4764289"/>
              <a:gd name="connsiteY6-94" fmla="*/ 2205002 h 3505200"/>
              <a:gd name="connsiteX7-95" fmla="*/ 0 w 4764289"/>
              <a:gd name="connsiteY7-96" fmla="*/ 2169573 h 3505200"/>
              <a:gd name="connsiteX8-97" fmla="*/ 65761 w 4764289"/>
              <a:gd name="connsiteY8-98" fmla="*/ 2260723 h 3505200"/>
              <a:gd name="connsiteX9-99" fmla="*/ 871739 w 4764289"/>
              <a:gd name="connsiteY9-100" fmla="*/ 2681287 h 3505200"/>
              <a:gd name="connsiteX10-101" fmla="*/ 2005679 w 4764289"/>
              <a:gd name="connsiteY10-102" fmla="*/ 1392205 h 3505200"/>
              <a:gd name="connsiteX11-103" fmla="*/ 2018669 w 4764289"/>
              <a:gd name="connsiteY11-104" fmla="*/ 1235638 h 3505200"/>
              <a:gd name="connsiteX12-105" fmla="*/ 3387926 w 4764289"/>
              <a:gd name="connsiteY12-106" fmla="*/ 0 h 3505200"/>
              <a:gd name="connsiteX0-107" fmla="*/ 3387926 w 4764289"/>
              <a:gd name="connsiteY0-108" fmla="*/ 0 h 3505200"/>
              <a:gd name="connsiteX1-109" fmla="*/ 4764289 w 4764289"/>
              <a:gd name="connsiteY1-110" fmla="*/ 1376363 h 3505200"/>
              <a:gd name="connsiteX2-111" fmla="*/ 4757183 w 4764289"/>
              <a:gd name="connsiteY2-112" fmla="*/ 1517088 h 3505200"/>
              <a:gd name="connsiteX3-113" fmla="*/ 4755323 w 4764289"/>
              <a:gd name="connsiteY3-114" fmla="*/ 1529277 h 3505200"/>
              <a:gd name="connsiteX4-115" fmla="*/ 4751527 w 4764289"/>
              <a:gd name="connsiteY4-116" fmla="*/ 1594024 h 3505200"/>
              <a:gd name="connsiteX5-117" fmla="*/ 2292551 w 4764289"/>
              <a:gd name="connsiteY5-118" fmla="*/ 3505200 h 3505200"/>
              <a:gd name="connsiteX6-119" fmla="*/ 15055 w 4764289"/>
              <a:gd name="connsiteY6-120" fmla="*/ 2205002 h 3505200"/>
              <a:gd name="connsiteX7-121" fmla="*/ 0 w 4764289"/>
              <a:gd name="connsiteY7-122" fmla="*/ 2169573 h 3505200"/>
              <a:gd name="connsiteX8-123" fmla="*/ 65761 w 4764289"/>
              <a:gd name="connsiteY8-124" fmla="*/ 2260723 h 3505200"/>
              <a:gd name="connsiteX9-125" fmla="*/ 871739 w 4764289"/>
              <a:gd name="connsiteY9-126" fmla="*/ 2681287 h 3505200"/>
              <a:gd name="connsiteX10-127" fmla="*/ 2005679 w 4764289"/>
              <a:gd name="connsiteY10-128" fmla="*/ 1392205 h 3505200"/>
              <a:gd name="connsiteX11-129" fmla="*/ 2018669 w 4764289"/>
              <a:gd name="connsiteY11-130" fmla="*/ 1235638 h 3505200"/>
              <a:gd name="connsiteX12-131" fmla="*/ 3387926 w 4764289"/>
              <a:gd name="connsiteY12-132" fmla="*/ 0 h 3505200"/>
              <a:gd name="connsiteX0-133" fmla="*/ 3387926 w 4764289"/>
              <a:gd name="connsiteY0-134" fmla="*/ 0 h 3505200"/>
              <a:gd name="connsiteX1-135" fmla="*/ 4764289 w 4764289"/>
              <a:gd name="connsiteY1-136" fmla="*/ 1376363 h 3505200"/>
              <a:gd name="connsiteX2-137" fmla="*/ 4757183 w 4764289"/>
              <a:gd name="connsiteY2-138" fmla="*/ 1517088 h 3505200"/>
              <a:gd name="connsiteX3-139" fmla="*/ 4755323 w 4764289"/>
              <a:gd name="connsiteY3-140" fmla="*/ 1529277 h 3505200"/>
              <a:gd name="connsiteX4-141" fmla="*/ 4751527 w 4764289"/>
              <a:gd name="connsiteY4-142" fmla="*/ 1594024 h 3505200"/>
              <a:gd name="connsiteX5-143" fmla="*/ 2292551 w 4764289"/>
              <a:gd name="connsiteY5-144" fmla="*/ 3505200 h 3505200"/>
              <a:gd name="connsiteX6-145" fmla="*/ 15055 w 4764289"/>
              <a:gd name="connsiteY6-146" fmla="*/ 2205002 h 3505200"/>
              <a:gd name="connsiteX7-147" fmla="*/ 0 w 4764289"/>
              <a:gd name="connsiteY7-148" fmla="*/ 2169573 h 3505200"/>
              <a:gd name="connsiteX8-149" fmla="*/ 65761 w 4764289"/>
              <a:gd name="connsiteY8-150" fmla="*/ 2260723 h 3505200"/>
              <a:gd name="connsiteX9-151" fmla="*/ 871739 w 4764289"/>
              <a:gd name="connsiteY9-152" fmla="*/ 2681287 h 3505200"/>
              <a:gd name="connsiteX10-153" fmla="*/ 2005679 w 4764289"/>
              <a:gd name="connsiteY10-154" fmla="*/ 1392205 h 3505200"/>
              <a:gd name="connsiteX11-155" fmla="*/ 2018669 w 4764289"/>
              <a:gd name="connsiteY11-156" fmla="*/ 1235638 h 3505200"/>
              <a:gd name="connsiteX12-157" fmla="*/ 3387926 w 4764289"/>
              <a:gd name="connsiteY12-158" fmla="*/ 0 h 3505200"/>
              <a:gd name="connsiteX0-159" fmla="*/ 3387926 w 4764289"/>
              <a:gd name="connsiteY0-160" fmla="*/ 0 h 3505200"/>
              <a:gd name="connsiteX1-161" fmla="*/ 4764289 w 4764289"/>
              <a:gd name="connsiteY1-162" fmla="*/ 1376363 h 3505200"/>
              <a:gd name="connsiteX2-163" fmla="*/ 4757183 w 4764289"/>
              <a:gd name="connsiteY2-164" fmla="*/ 1517088 h 3505200"/>
              <a:gd name="connsiteX3-165" fmla="*/ 4755323 w 4764289"/>
              <a:gd name="connsiteY3-166" fmla="*/ 1529277 h 3505200"/>
              <a:gd name="connsiteX4-167" fmla="*/ 4751527 w 4764289"/>
              <a:gd name="connsiteY4-168" fmla="*/ 1594024 h 3505200"/>
              <a:gd name="connsiteX5-169" fmla="*/ 2292551 w 4764289"/>
              <a:gd name="connsiteY5-170" fmla="*/ 3505200 h 3505200"/>
              <a:gd name="connsiteX6-171" fmla="*/ 15055 w 4764289"/>
              <a:gd name="connsiteY6-172" fmla="*/ 2205002 h 3505200"/>
              <a:gd name="connsiteX7-173" fmla="*/ 0 w 4764289"/>
              <a:gd name="connsiteY7-174" fmla="*/ 2169573 h 3505200"/>
              <a:gd name="connsiteX8-175" fmla="*/ 65761 w 4764289"/>
              <a:gd name="connsiteY8-176" fmla="*/ 2260723 h 3505200"/>
              <a:gd name="connsiteX9-177" fmla="*/ 871739 w 4764289"/>
              <a:gd name="connsiteY9-178" fmla="*/ 2681287 h 3505200"/>
              <a:gd name="connsiteX10-179" fmla="*/ 2005679 w 4764289"/>
              <a:gd name="connsiteY10-180" fmla="*/ 1392205 h 3505200"/>
              <a:gd name="connsiteX11-181" fmla="*/ 2018669 w 4764289"/>
              <a:gd name="connsiteY11-182" fmla="*/ 1235638 h 3505200"/>
              <a:gd name="connsiteX12-183" fmla="*/ 3387926 w 4764289"/>
              <a:gd name="connsiteY12-184" fmla="*/ 0 h 3505200"/>
              <a:gd name="connsiteX0-185" fmla="*/ 3387926 w 4764289"/>
              <a:gd name="connsiteY0-186" fmla="*/ 0 h 3505200"/>
              <a:gd name="connsiteX1-187" fmla="*/ 4764289 w 4764289"/>
              <a:gd name="connsiteY1-188" fmla="*/ 1376363 h 3505200"/>
              <a:gd name="connsiteX2-189" fmla="*/ 4757183 w 4764289"/>
              <a:gd name="connsiteY2-190" fmla="*/ 1517088 h 3505200"/>
              <a:gd name="connsiteX3-191" fmla="*/ 4755323 w 4764289"/>
              <a:gd name="connsiteY3-192" fmla="*/ 1529277 h 3505200"/>
              <a:gd name="connsiteX4-193" fmla="*/ 4751527 w 4764289"/>
              <a:gd name="connsiteY4-194" fmla="*/ 1594024 h 3505200"/>
              <a:gd name="connsiteX5-195" fmla="*/ 2292551 w 4764289"/>
              <a:gd name="connsiteY5-196" fmla="*/ 3505200 h 3505200"/>
              <a:gd name="connsiteX6-197" fmla="*/ 15055 w 4764289"/>
              <a:gd name="connsiteY6-198" fmla="*/ 2205002 h 3505200"/>
              <a:gd name="connsiteX7-199" fmla="*/ 0 w 4764289"/>
              <a:gd name="connsiteY7-200" fmla="*/ 2169573 h 3505200"/>
              <a:gd name="connsiteX8-201" fmla="*/ 65761 w 4764289"/>
              <a:gd name="connsiteY8-202" fmla="*/ 2260723 h 3505200"/>
              <a:gd name="connsiteX9-203" fmla="*/ 871739 w 4764289"/>
              <a:gd name="connsiteY9-204" fmla="*/ 2681287 h 3505200"/>
              <a:gd name="connsiteX10-205" fmla="*/ 2005679 w 4764289"/>
              <a:gd name="connsiteY10-206" fmla="*/ 1392205 h 3505200"/>
              <a:gd name="connsiteX11-207" fmla="*/ 2018669 w 4764289"/>
              <a:gd name="connsiteY11-208" fmla="*/ 1235638 h 3505200"/>
              <a:gd name="connsiteX12-209" fmla="*/ 3387926 w 4764289"/>
              <a:gd name="connsiteY12-210" fmla="*/ 0 h 3505200"/>
            </a:gdLst>
            <a:ahLst/>
            <a:cxnLst>
              <a:cxn ang="0">
                <a:pos x="connsiteX0-185" y="connsiteY0-186"/>
              </a:cxn>
              <a:cxn ang="0">
                <a:pos x="connsiteX1-187" y="connsiteY1-188"/>
              </a:cxn>
              <a:cxn ang="0">
                <a:pos x="connsiteX2-189" y="connsiteY2-190"/>
              </a:cxn>
              <a:cxn ang="0">
                <a:pos x="connsiteX3-191" y="connsiteY3-192"/>
              </a:cxn>
              <a:cxn ang="0">
                <a:pos x="connsiteX4-193" y="connsiteY4-194"/>
              </a:cxn>
              <a:cxn ang="0">
                <a:pos x="connsiteX5-195" y="connsiteY5-196"/>
              </a:cxn>
              <a:cxn ang="0">
                <a:pos x="connsiteX6-197" y="connsiteY6-198"/>
              </a:cxn>
              <a:cxn ang="0">
                <a:pos x="connsiteX7-199" y="connsiteY7-200"/>
              </a:cxn>
              <a:cxn ang="0">
                <a:pos x="connsiteX8-201" y="connsiteY8-202"/>
              </a:cxn>
              <a:cxn ang="0">
                <a:pos x="connsiteX9-203" y="connsiteY9-204"/>
              </a:cxn>
              <a:cxn ang="0">
                <a:pos x="connsiteX10-205" y="connsiteY10-206"/>
              </a:cxn>
              <a:cxn ang="0">
                <a:pos x="connsiteX11-207" y="connsiteY11-208"/>
              </a:cxn>
              <a:cxn ang="0">
                <a:pos x="connsiteX12-209" y="connsiteY12-210"/>
              </a:cxn>
            </a:cxnLst>
            <a:rect l="l" t="t" r="r" b="b"/>
            <a:pathLst>
              <a:path w="4764289" h="3505200">
                <a:moveTo>
                  <a:pt x="3387926" y="0"/>
                </a:moveTo>
                <a:cubicBezTo>
                  <a:pt x="4148070" y="0"/>
                  <a:pt x="4764289" y="616219"/>
                  <a:pt x="4764289" y="1376363"/>
                </a:cubicBezTo>
                <a:cubicBezTo>
                  <a:pt x="4764289" y="1423872"/>
                  <a:pt x="4761882" y="1470819"/>
                  <a:pt x="4757183" y="1517088"/>
                </a:cubicBezTo>
                <a:lnTo>
                  <a:pt x="4755323" y="1529277"/>
                </a:lnTo>
                <a:lnTo>
                  <a:pt x="4751527" y="1594024"/>
                </a:lnTo>
                <a:cubicBezTo>
                  <a:pt x="4624949" y="2667503"/>
                  <a:pt x="3572335" y="3505200"/>
                  <a:pt x="2292551" y="3505200"/>
                </a:cubicBezTo>
                <a:cubicBezTo>
                  <a:pt x="1268724" y="3505200"/>
                  <a:pt x="390285" y="2969074"/>
                  <a:pt x="15055" y="2205002"/>
                </a:cubicBezTo>
                <a:lnTo>
                  <a:pt x="0" y="2169573"/>
                </a:lnTo>
                <a:lnTo>
                  <a:pt x="65761" y="2260723"/>
                </a:lnTo>
                <a:cubicBezTo>
                  <a:pt x="272029" y="2520569"/>
                  <a:pt x="556985" y="2681287"/>
                  <a:pt x="871739" y="2681287"/>
                </a:cubicBezTo>
                <a:cubicBezTo>
                  <a:pt x="1461903" y="2681287"/>
                  <a:pt x="1947309" y="2116263"/>
                  <a:pt x="2005679" y="1392205"/>
                </a:cubicBezTo>
                <a:cubicBezTo>
                  <a:pt x="2006205" y="1395093"/>
                  <a:pt x="2014391" y="1254878"/>
                  <a:pt x="2018669" y="1235638"/>
                </a:cubicBezTo>
                <a:cubicBezTo>
                  <a:pt x="2089153" y="541599"/>
                  <a:pt x="2675291" y="0"/>
                  <a:pt x="3387926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kern="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 </a:t>
            </a:r>
            <a:endParaRPr lang="en-US" altLang="zh-CN" sz="3200" kern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/>
          <p:nvPr>
            <p:custDataLst>
              <p:tags r:id="rId13"/>
            </p:custDataLst>
          </p:nvPr>
        </p:nvSpPr>
        <p:spPr>
          <a:xfrm flipH="1">
            <a:off x="6440855" y="4462108"/>
            <a:ext cx="914400" cy="914400"/>
          </a:xfrm>
          <a:prstGeom prst="ellipse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r>
              <a:rPr lang="en-US" altLang="zh-CN" sz="3200" kern="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</a:t>
            </a:r>
            <a:endParaRPr lang="en-US" altLang="zh-CN" sz="3200" kern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14"/>
            </p:custDataLst>
          </p:nvPr>
        </p:nvSpPr>
        <p:spPr>
          <a:xfrm>
            <a:off x="7901843" y="1942213"/>
            <a:ext cx="3242672" cy="7750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kern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单击此处输入你的正文，文字是您思想的提炼。</a:t>
            </a:r>
            <a:endParaRPr lang="zh-CN" altLang="en-US" kern="0" spc="1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15"/>
            </p:custDataLst>
          </p:nvPr>
        </p:nvSpPr>
        <p:spPr>
          <a:xfrm>
            <a:off x="7716687" y="5074256"/>
            <a:ext cx="3242672" cy="775084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kern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单击此处输入你的正文，文字是您思想的提炼。</a:t>
            </a:r>
            <a:endParaRPr lang="zh-CN" altLang="en-US" kern="0" spc="1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1047478" y="3215936"/>
            <a:ext cx="3242672" cy="7750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kern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单击此处输入你的正文，文字是您思想的提炼。</a:t>
            </a:r>
            <a:endParaRPr lang="zh-CN" altLang="en-US" kern="0" spc="1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/>
          <p:nvPr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52571"/>
          </a:xfrm>
          <a:prstGeom prst="rect">
            <a:avLst/>
          </a:prstGeom>
        </p:spPr>
      </p:pic>
      <p:pic>
        <p:nvPicPr>
          <p:cNvPr id="19" name="图片 18"/>
          <p:cNvPicPr/>
          <p:nvPr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52571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608400" y="608400"/>
            <a:ext cx="10970823" cy="70675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>
            <a:lvl1pPr marR="0" fontAlgn="auto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单击此处添加大标题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任意多边形 2"/>
          <p:cNvSpPr/>
          <p:nvPr>
            <p:custDataLst>
              <p:tags r:id="rId8"/>
            </p:custDataLst>
          </p:nvPr>
        </p:nvSpPr>
        <p:spPr>
          <a:xfrm flipH="1">
            <a:off x="4195731" y="3191720"/>
            <a:ext cx="1913914" cy="1408112"/>
          </a:xfrm>
          <a:custGeom>
            <a:avLst/>
            <a:gdLst>
              <a:gd name="connsiteX0" fmla="*/ 3387926 w 4764289"/>
              <a:gd name="connsiteY0" fmla="*/ 0 h 3505200"/>
              <a:gd name="connsiteX1" fmla="*/ 4764289 w 4764289"/>
              <a:gd name="connsiteY1" fmla="*/ 1376363 h 3505200"/>
              <a:gd name="connsiteX2" fmla="*/ 4757183 w 4764289"/>
              <a:gd name="connsiteY2" fmla="*/ 1517088 h 3505200"/>
              <a:gd name="connsiteX3" fmla="*/ 4755323 w 4764289"/>
              <a:gd name="connsiteY3" fmla="*/ 1529277 h 3505200"/>
              <a:gd name="connsiteX4" fmla="*/ 4751527 w 4764289"/>
              <a:gd name="connsiteY4" fmla="*/ 1594024 h 3505200"/>
              <a:gd name="connsiteX5" fmla="*/ 2292551 w 4764289"/>
              <a:gd name="connsiteY5" fmla="*/ 3505200 h 3505200"/>
              <a:gd name="connsiteX6" fmla="*/ 15055 w 4764289"/>
              <a:gd name="connsiteY6" fmla="*/ 2205002 h 3505200"/>
              <a:gd name="connsiteX7" fmla="*/ 0 w 4764289"/>
              <a:gd name="connsiteY7" fmla="*/ 2169573 h 3505200"/>
              <a:gd name="connsiteX8" fmla="*/ 65761 w 4764289"/>
              <a:gd name="connsiteY8" fmla="*/ 2260723 h 3505200"/>
              <a:gd name="connsiteX9" fmla="*/ 871739 w 4764289"/>
              <a:gd name="connsiteY9" fmla="*/ 2681287 h 3505200"/>
              <a:gd name="connsiteX10" fmla="*/ 2005679 w 4764289"/>
              <a:gd name="connsiteY10" fmla="*/ 1392205 h 3505200"/>
              <a:gd name="connsiteX11" fmla="*/ 2006505 w 4764289"/>
              <a:gd name="connsiteY11" fmla="*/ 1371600 h 3505200"/>
              <a:gd name="connsiteX12" fmla="*/ 2011804 w 4764289"/>
              <a:gd name="connsiteY12" fmla="*/ 1371600 h 3505200"/>
              <a:gd name="connsiteX13" fmla="*/ 2018669 w 4764289"/>
              <a:gd name="connsiteY13" fmla="*/ 1235638 h 3505200"/>
              <a:gd name="connsiteX14" fmla="*/ 3387926 w 4764289"/>
              <a:gd name="connsiteY14" fmla="*/ 0 h 3505200"/>
              <a:gd name="connsiteX0-1" fmla="*/ 3387926 w 4764289"/>
              <a:gd name="connsiteY0-2" fmla="*/ 0 h 3505200"/>
              <a:gd name="connsiteX1-3" fmla="*/ 4764289 w 4764289"/>
              <a:gd name="connsiteY1-4" fmla="*/ 1376363 h 3505200"/>
              <a:gd name="connsiteX2-5" fmla="*/ 4757183 w 4764289"/>
              <a:gd name="connsiteY2-6" fmla="*/ 1517088 h 3505200"/>
              <a:gd name="connsiteX3-7" fmla="*/ 4755323 w 4764289"/>
              <a:gd name="connsiteY3-8" fmla="*/ 1529277 h 3505200"/>
              <a:gd name="connsiteX4-9" fmla="*/ 4751527 w 4764289"/>
              <a:gd name="connsiteY4-10" fmla="*/ 1594024 h 3505200"/>
              <a:gd name="connsiteX5-11" fmla="*/ 2292551 w 4764289"/>
              <a:gd name="connsiteY5-12" fmla="*/ 3505200 h 3505200"/>
              <a:gd name="connsiteX6-13" fmla="*/ 15055 w 4764289"/>
              <a:gd name="connsiteY6-14" fmla="*/ 2205002 h 3505200"/>
              <a:gd name="connsiteX7-15" fmla="*/ 0 w 4764289"/>
              <a:gd name="connsiteY7-16" fmla="*/ 2169573 h 3505200"/>
              <a:gd name="connsiteX8-17" fmla="*/ 65761 w 4764289"/>
              <a:gd name="connsiteY8-18" fmla="*/ 2260723 h 3505200"/>
              <a:gd name="connsiteX9-19" fmla="*/ 871739 w 4764289"/>
              <a:gd name="connsiteY9-20" fmla="*/ 2681287 h 3505200"/>
              <a:gd name="connsiteX10-21" fmla="*/ 2005679 w 4764289"/>
              <a:gd name="connsiteY10-22" fmla="*/ 1392205 h 3505200"/>
              <a:gd name="connsiteX11-23" fmla="*/ 2006505 w 4764289"/>
              <a:gd name="connsiteY11-24" fmla="*/ 1371600 h 3505200"/>
              <a:gd name="connsiteX12-25" fmla="*/ 2018669 w 4764289"/>
              <a:gd name="connsiteY12-26" fmla="*/ 1235638 h 3505200"/>
              <a:gd name="connsiteX13-27" fmla="*/ 3387926 w 4764289"/>
              <a:gd name="connsiteY13-28" fmla="*/ 0 h 3505200"/>
              <a:gd name="connsiteX0-29" fmla="*/ 3387926 w 4764289"/>
              <a:gd name="connsiteY0-30" fmla="*/ 0 h 3505200"/>
              <a:gd name="connsiteX1-31" fmla="*/ 4764289 w 4764289"/>
              <a:gd name="connsiteY1-32" fmla="*/ 1376363 h 3505200"/>
              <a:gd name="connsiteX2-33" fmla="*/ 4757183 w 4764289"/>
              <a:gd name="connsiteY2-34" fmla="*/ 1517088 h 3505200"/>
              <a:gd name="connsiteX3-35" fmla="*/ 4755323 w 4764289"/>
              <a:gd name="connsiteY3-36" fmla="*/ 1529277 h 3505200"/>
              <a:gd name="connsiteX4-37" fmla="*/ 4751527 w 4764289"/>
              <a:gd name="connsiteY4-38" fmla="*/ 1594024 h 3505200"/>
              <a:gd name="connsiteX5-39" fmla="*/ 2292551 w 4764289"/>
              <a:gd name="connsiteY5-40" fmla="*/ 3505200 h 3505200"/>
              <a:gd name="connsiteX6-41" fmla="*/ 15055 w 4764289"/>
              <a:gd name="connsiteY6-42" fmla="*/ 2205002 h 3505200"/>
              <a:gd name="connsiteX7-43" fmla="*/ 0 w 4764289"/>
              <a:gd name="connsiteY7-44" fmla="*/ 2169573 h 3505200"/>
              <a:gd name="connsiteX8-45" fmla="*/ 65761 w 4764289"/>
              <a:gd name="connsiteY8-46" fmla="*/ 2260723 h 3505200"/>
              <a:gd name="connsiteX9-47" fmla="*/ 871739 w 4764289"/>
              <a:gd name="connsiteY9-48" fmla="*/ 2681287 h 3505200"/>
              <a:gd name="connsiteX10-49" fmla="*/ 2005679 w 4764289"/>
              <a:gd name="connsiteY10-50" fmla="*/ 1392205 h 3505200"/>
              <a:gd name="connsiteX11-51" fmla="*/ 2018669 w 4764289"/>
              <a:gd name="connsiteY11-52" fmla="*/ 1235638 h 3505200"/>
              <a:gd name="connsiteX12-53" fmla="*/ 3387926 w 4764289"/>
              <a:gd name="connsiteY12-54" fmla="*/ 0 h 3505200"/>
              <a:gd name="connsiteX0-55" fmla="*/ 3387926 w 4764289"/>
              <a:gd name="connsiteY0-56" fmla="*/ 0 h 3505200"/>
              <a:gd name="connsiteX1-57" fmla="*/ 4764289 w 4764289"/>
              <a:gd name="connsiteY1-58" fmla="*/ 1376363 h 3505200"/>
              <a:gd name="connsiteX2-59" fmla="*/ 4757183 w 4764289"/>
              <a:gd name="connsiteY2-60" fmla="*/ 1517088 h 3505200"/>
              <a:gd name="connsiteX3-61" fmla="*/ 4755323 w 4764289"/>
              <a:gd name="connsiteY3-62" fmla="*/ 1529277 h 3505200"/>
              <a:gd name="connsiteX4-63" fmla="*/ 4751527 w 4764289"/>
              <a:gd name="connsiteY4-64" fmla="*/ 1594024 h 3505200"/>
              <a:gd name="connsiteX5-65" fmla="*/ 2292551 w 4764289"/>
              <a:gd name="connsiteY5-66" fmla="*/ 3505200 h 3505200"/>
              <a:gd name="connsiteX6-67" fmla="*/ 15055 w 4764289"/>
              <a:gd name="connsiteY6-68" fmla="*/ 2205002 h 3505200"/>
              <a:gd name="connsiteX7-69" fmla="*/ 0 w 4764289"/>
              <a:gd name="connsiteY7-70" fmla="*/ 2169573 h 3505200"/>
              <a:gd name="connsiteX8-71" fmla="*/ 65761 w 4764289"/>
              <a:gd name="connsiteY8-72" fmla="*/ 2260723 h 3505200"/>
              <a:gd name="connsiteX9-73" fmla="*/ 871739 w 4764289"/>
              <a:gd name="connsiteY9-74" fmla="*/ 2681287 h 3505200"/>
              <a:gd name="connsiteX10-75" fmla="*/ 2005679 w 4764289"/>
              <a:gd name="connsiteY10-76" fmla="*/ 1392205 h 3505200"/>
              <a:gd name="connsiteX11-77" fmla="*/ 2018669 w 4764289"/>
              <a:gd name="connsiteY11-78" fmla="*/ 1235638 h 3505200"/>
              <a:gd name="connsiteX12-79" fmla="*/ 3387926 w 4764289"/>
              <a:gd name="connsiteY12-80" fmla="*/ 0 h 3505200"/>
              <a:gd name="connsiteX0-81" fmla="*/ 3387926 w 4764289"/>
              <a:gd name="connsiteY0-82" fmla="*/ 0 h 3505200"/>
              <a:gd name="connsiteX1-83" fmla="*/ 4764289 w 4764289"/>
              <a:gd name="connsiteY1-84" fmla="*/ 1376363 h 3505200"/>
              <a:gd name="connsiteX2-85" fmla="*/ 4757183 w 4764289"/>
              <a:gd name="connsiteY2-86" fmla="*/ 1517088 h 3505200"/>
              <a:gd name="connsiteX3-87" fmla="*/ 4755323 w 4764289"/>
              <a:gd name="connsiteY3-88" fmla="*/ 1529277 h 3505200"/>
              <a:gd name="connsiteX4-89" fmla="*/ 4751527 w 4764289"/>
              <a:gd name="connsiteY4-90" fmla="*/ 1594024 h 3505200"/>
              <a:gd name="connsiteX5-91" fmla="*/ 2292551 w 4764289"/>
              <a:gd name="connsiteY5-92" fmla="*/ 3505200 h 3505200"/>
              <a:gd name="connsiteX6-93" fmla="*/ 15055 w 4764289"/>
              <a:gd name="connsiteY6-94" fmla="*/ 2205002 h 3505200"/>
              <a:gd name="connsiteX7-95" fmla="*/ 0 w 4764289"/>
              <a:gd name="connsiteY7-96" fmla="*/ 2169573 h 3505200"/>
              <a:gd name="connsiteX8-97" fmla="*/ 65761 w 4764289"/>
              <a:gd name="connsiteY8-98" fmla="*/ 2260723 h 3505200"/>
              <a:gd name="connsiteX9-99" fmla="*/ 871739 w 4764289"/>
              <a:gd name="connsiteY9-100" fmla="*/ 2681287 h 3505200"/>
              <a:gd name="connsiteX10-101" fmla="*/ 2005679 w 4764289"/>
              <a:gd name="connsiteY10-102" fmla="*/ 1392205 h 3505200"/>
              <a:gd name="connsiteX11-103" fmla="*/ 2018669 w 4764289"/>
              <a:gd name="connsiteY11-104" fmla="*/ 1235638 h 3505200"/>
              <a:gd name="connsiteX12-105" fmla="*/ 3387926 w 4764289"/>
              <a:gd name="connsiteY12-106" fmla="*/ 0 h 3505200"/>
              <a:gd name="connsiteX0-107" fmla="*/ 3387926 w 4764289"/>
              <a:gd name="connsiteY0-108" fmla="*/ 0 h 3505200"/>
              <a:gd name="connsiteX1-109" fmla="*/ 4764289 w 4764289"/>
              <a:gd name="connsiteY1-110" fmla="*/ 1376363 h 3505200"/>
              <a:gd name="connsiteX2-111" fmla="*/ 4757183 w 4764289"/>
              <a:gd name="connsiteY2-112" fmla="*/ 1517088 h 3505200"/>
              <a:gd name="connsiteX3-113" fmla="*/ 4755323 w 4764289"/>
              <a:gd name="connsiteY3-114" fmla="*/ 1529277 h 3505200"/>
              <a:gd name="connsiteX4-115" fmla="*/ 4751527 w 4764289"/>
              <a:gd name="connsiteY4-116" fmla="*/ 1594024 h 3505200"/>
              <a:gd name="connsiteX5-117" fmla="*/ 2292551 w 4764289"/>
              <a:gd name="connsiteY5-118" fmla="*/ 3505200 h 3505200"/>
              <a:gd name="connsiteX6-119" fmla="*/ 15055 w 4764289"/>
              <a:gd name="connsiteY6-120" fmla="*/ 2205002 h 3505200"/>
              <a:gd name="connsiteX7-121" fmla="*/ 0 w 4764289"/>
              <a:gd name="connsiteY7-122" fmla="*/ 2169573 h 3505200"/>
              <a:gd name="connsiteX8-123" fmla="*/ 65761 w 4764289"/>
              <a:gd name="connsiteY8-124" fmla="*/ 2260723 h 3505200"/>
              <a:gd name="connsiteX9-125" fmla="*/ 871739 w 4764289"/>
              <a:gd name="connsiteY9-126" fmla="*/ 2681287 h 3505200"/>
              <a:gd name="connsiteX10-127" fmla="*/ 2005679 w 4764289"/>
              <a:gd name="connsiteY10-128" fmla="*/ 1392205 h 3505200"/>
              <a:gd name="connsiteX11-129" fmla="*/ 2018669 w 4764289"/>
              <a:gd name="connsiteY11-130" fmla="*/ 1235638 h 3505200"/>
              <a:gd name="connsiteX12-131" fmla="*/ 3387926 w 4764289"/>
              <a:gd name="connsiteY12-132" fmla="*/ 0 h 3505200"/>
              <a:gd name="connsiteX0-133" fmla="*/ 3387926 w 4764289"/>
              <a:gd name="connsiteY0-134" fmla="*/ 0 h 3505200"/>
              <a:gd name="connsiteX1-135" fmla="*/ 4764289 w 4764289"/>
              <a:gd name="connsiteY1-136" fmla="*/ 1376363 h 3505200"/>
              <a:gd name="connsiteX2-137" fmla="*/ 4757183 w 4764289"/>
              <a:gd name="connsiteY2-138" fmla="*/ 1517088 h 3505200"/>
              <a:gd name="connsiteX3-139" fmla="*/ 4755323 w 4764289"/>
              <a:gd name="connsiteY3-140" fmla="*/ 1529277 h 3505200"/>
              <a:gd name="connsiteX4-141" fmla="*/ 4751527 w 4764289"/>
              <a:gd name="connsiteY4-142" fmla="*/ 1594024 h 3505200"/>
              <a:gd name="connsiteX5-143" fmla="*/ 2292551 w 4764289"/>
              <a:gd name="connsiteY5-144" fmla="*/ 3505200 h 3505200"/>
              <a:gd name="connsiteX6-145" fmla="*/ 15055 w 4764289"/>
              <a:gd name="connsiteY6-146" fmla="*/ 2205002 h 3505200"/>
              <a:gd name="connsiteX7-147" fmla="*/ 0 w 4764289"/>
              <a:gd name="connsiteY7-148" fmla="*/ 2169573 h 3505200"/>
              <a:gd name="connsiteX8-149" fmla="*/ 65761 w 4764289"/>
              <a:gd name="connsiteY8-150" fmla="*/ 2260723 h 3505200"/>
              <a:gd name="connsiteX9-151" fmla="*/ 871739 w 4764289"/>
              <a:gd name="connsiteY9-152" fmla="*/ 2681287 h 3505200"/>
              <a:gd name="connsiteX10-153" fmla="*/ 2005679 w 4764289"/>
              <a:gd name="connsiteY10-154" fmla="*/ 1392205 h 3505200"/>
              <a:gd name="connsiteX11-155" fmla="*/ 2018669 w 4764289"/>
              <a:gd name="connsiteY11-156" fmla="*/ 1235638 h 3505200"/>
              <a:gd name="connsiteX12-157" fmla="*/ 3387926 w 4764289"/>
              <a:gd name="connsiteY12-158" fmla="*/ 0 h 3505200"/>
              <a:gd name="connsiteX0-159" fmla="*/ 3387926 w 4764289"/>
              <a:gd name="connsiteY0-160" fmla="*/ 0 h 3505200"/>
              <a:gd name="connsiteX1-161" fmla="*/ 4764289 w 4764289"/>
              <a:gd name="connsiteY1-162" fmla="*/ 1376363 h 3505200"/>
              <a:gd name="connsiteX2-163" fmla="*/ 4757183 w 4764289"/>
              <a:gd name="connsiteY2-164" fmla="*/ 1517088 h 3505200"/>
              <a:gd name="connsiteX3-165" fmla="*/ 4755323 w 4764289"/>
              <a:gd name="connsiteY3-166" fmla="*/ 1529277 h 3505200"/>
              <a:gd name="connsiteX4-167" fmla="*/ 4751527 w 4764289"/>
              <a:gd name="connsiteY4-168" fmla="*/ 1594024 h 3505200"/>
              <a:gd name="connsiteX5-169" fmla="*/ 2292551 w 4764289"/>
              <a:gd name="connsiteY5-170" fmla="*/ 3505200 h 3505200"/>
              <a:gd name="connsiteX6-171" fmla="*/ 15055 w 4764289"/>
              <a:gd name="connsiteY6-172" fmla="*/ 2205002 h 3505200"/>
              <a:gd name="connsiteX7-173" fmla="*/ 0 w 4764289"/>
              <a:gd name="connsiteY7-174" fmla="*/ 2169573 h 3505200"/>
              <a:gd name="connsiteX8-175" fmla="*/ 65761 w 4764289"/>
              <a:gd name="connsiteY8-176" fmla="*/ 2260723 h 3505200"/>
              <a:gd name="connsiteX9-177" fmla="*/ 871739 w 4764289"/>
              <a:gd name="connsiteY9-178" fmla="*/ 2681287 h 3505200"/>
              <a:gd name="connsiteX10-179" fmla="*/ 2005679 w 4764289"/>
              <a:gd name="connsiteY10-180" fmla="*/ 1392205 h 3505200"/>
              <a:gd name="connsiteX11-181" fmla="*/ 2018669 w 4764289"/>
              <a:gd name="connsiteY11-182" fmla="*/ 1235638 h 3505200"/>
              <a:gd name="connsiteX12-183" fmla="*/ 3387926 w 4764289"/>
              <a:gd name="connsiteY12-184" fmla="*/ 0 h 3505200"/>
              <a:gd name="connsiteX0-185" fmla="*/ 3387926 w 4764289"/>
              <a:gd name="connsiteY0-186" fmla="*/ 0 h 3505200"/>
              <a:gd name="connsiteX1-187" fmla="*/ 4764289 w 4764289"/>
              <a:gd name="connsiteY1-188" fmla="*/ 1376363 h 3505200"/>
              <a:gd name="connsiteX2-189" fmla="*/ 4757183 w 4764289"/>
              <a:gd name="connsiteY2-190" fmla="*/ 1517088 h 3505200"/>
              <a:gd name="connsiteX3-191" fmla="*/ 4755323 w 4764289"/>
              <a:gd name="connsiteY3-192" fmla="*/ 1529277 h 3505200"/>
              <a:gd name="connsiteX4-193" fmla="*/ 4751527 w 4764289"/>
              <a:gd name="connsiteY4-194" fmla="*/ 1594024 h 3505200"/>
              <a:gd name="connsiteX5-195" fmla="*/ 2292551 w 4764289"/>
              <a:gd name="connsiteY5-196" fmla="*/ 3505200 h 3505200"/>
              <a:gd name="connsiteX6-197" fmla="*/ 15055 w 4764289"/>
              <a:gd name="connsiteY6-198" fmla="*/ 2205002 h 3505200"/>
              <a:gd name="connsiteX7-199" fmla="*/ 0 w 4764289"/>
              <a:gd name="connsiteY7-200" fmla="*/ 2169573 h 3505200"/>
              <a:gd name="connsiteX8-201" fmla="*/ 65761 w 4764289"/>
              <a:gd name="connsiteY8-202" fmla="*/ 2260723 h 3505200"/>
              <a:gd name="connsiteX9-203" fmla="*/ 871739 w 4764289"/>
              <a:gd name="connsiteY9-204" fmla="*/ 2681287 h 3505200"/>
              <a:gd name="connsiteX10-205" fmla="*/ 2005679 w 4764289"/>
              <a:gd name="connsiteY10-206" fmla="*/ 1392205 h 3505200"/>
              <a:gd name="connsiteX11-207" fmla="*/ 2018669 w 4764289"/>
              <a:gd name="connsiteY11-208" fmla="*/ 1235638 h 3505200"/>
              <a:gd name="connsiteX12-209" fmla="*/ 3387926 w 4764289"/>
              <a:gd name="connsiteY12-210" fmla="*/ 0 h 3505200"/>
            </a:gdLst>
            <a:ahLst/>
            <a:cxnLst>
              <a:cxn ang="0">
                <a:pos x="connsiteX0-185" y="connsiteY0-186"/>
              </a:cxn>
              <a:cxn ang="0">
                <a:pos x="connsiteX1-187" y="connsiteY1-188"/>
              </a:cxn>
              <a:cxn ang="0">
                <a:pos x="connsiteX2-189" y="connsiteY2-190"/>
              </a:cxn>
              <a:cxn ang="0">
                <a:pos x="connsiteX3-191" y="connsiteY3-192"/>
              </a:cxn>
              <a:cxn ang="0">
                <a:pos x="connsiteX4-193" y="connsiteY4-194"/>
              </a:cxn>
              <a:cxn ang="0">
                <a:pos x="connsiteX5-195" y="connsiteY5-196"/>
              </a:cxn>
              <a:cxn ang="0">
                <a:pos x="connsiteX6-197" y="connsiteY6-198"/>
              </a:cxn>
              <a:cxn ang="0">
                <a:pos x="connsiteX7-199" y="connsiteY7-200"/>
              </a:cxn>
              <a:cxn ang="0">
                <a:pos x="connsiteX8-201" y="connsiteY8-202"/>
              </a:cxn>
              <a:cxn ang="0">
                <a:pos x="connsiteX9-203" y="connsiteY9-204"/>
              </a:cxn>
              <a:cxn ang="0">
                <a:pos x="connsiteX10-205" y="connsiteY10-206"/>
              </a:cxn>
              <a:cxn ang="0">
                <a:pos x="connsiteX11-207" y="connsiteY11-208"/>
              </a:cxn>
              <a:cxn ang="0">
                <a:pos x="connsiteX12-209" y="connsiteY12-210"/>
              </a:cxn>
            </a:cxnLst>
            <a:rect l="l" t="t" r="r" b="b"/>
            <a:pathLst>
              <a:path w="4764289" h="3505200">
                <a:moveTo>
                  <a:pt x="3387926" y="0"/>
                </a:moveTo>
                <a:cubicBezTo>
                  <a:pt x="4148070" y="0"/>
                  <a:pt x="4764289" y="616219"/>
                  <a:pt x="4764289" y="1376363"/>
                </a:cubicBezTo>
                <a:cubicBezTo>
                  <a:pt x="4764289" y="1423872"/>
                  <a:pt x="4761882" y="1470819"/>
                  <a:pt x="4757183" y="1517088"/>
                </a:cubicBezTo>
                <a:lnTo>
                  <a:pt x="4755323" y="1529277"/>
                </a:lnTo>
                <a:lnTo>
                  <a:pt x="4751527" y="1594024"/>
                </a:lnTo>
                <a:cubicBezTo>
                  <a:pt x="4624949" y="2667503"/>
                  <a:pt x="3572335" y="3505200"/>
                  <a:pt x="2292551" y="3505200"/>
                </a:cubicBezTo>
                <a:cubicBezTo>
                  <a:pt x="1268724" y="3505200"/>
                  <a:pt x="390285" y="2969074"/>
                  <a:pt x="15055" y="2205002"/>
                </a:cubicBezTo>
                <a:lnTo>
                  <a:pt x="0" y="2169573"/>
                </a:lnTo>
                <a:lnTo>
                  <a:pt x="65761" y="2260723"/>
                </a:lnTo>
                <a:cubicBezTo>
                  <a:pt x="272029" y="2520569"/>
                  <a:pt x="556985" y="2681287"/>
                  <a:pt x="871739" y="2681287"/>
                </a:cubicBezTo>
                <a:cubicBezTo>
                  <a:pt x="1461903" y="2681287"/>
                  <a:pt x="1947309" y="2116263"/>
                  <a:pt x="2005679" y="1392205"/>
                </a:cubicBezTo>
                <a:cubicBezTo>
                  <a:pt x="2006205" y="1395093"/>
                  <a:pt x="2014391" y="1254878"/>
                  <a:pt x="2018669" y="1235638"/>
                </a:cubicBezTo>
                <a:cubicBezTo>
                  <a:pt x="2089153" y="541599"/>
                  <a:pt x="2675291" y="0"/>
                  <a:pt x="3387926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 </a:t>
            </a:r>
            <a:endParaRPr lang="en-US" altLang="zh-CN" sz="3200" kern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>
            <p:custDataLst>
              <p:tags r:id="rId9"/>
            </p:custDataLst>
          </p:nvPr>
        </p:nvSpPr>
        <p:spPr>
          <a:xfrm flipH="1">
            <a:off x="4289088" y="3300157"/>
            <a:ext cx="914400" cy="914400"/>
          </a:xfrm>
          <a:prstGeom prst="ellipse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r>
              <a:rPr lang="en-US" altLang="zh-CN" sz="3200" kern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4</a:t>
            </a:r>
            <a:endParaRPr lang="en-US" altLang="zh-CN" sz="3200" kern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任意多边形 7"/>
          <p:cNvSpPr/>
          <p:nvPr>
            <p:custDataLst>
              <p:tags r:id="rId10"/>
            </p:custDataLst>
          </p:nvPr>
        </p:nvSpPr>
        <p:spPr>
          <a:xfrm rot="5400000" flipH="1">
            <a:off x="5148231" y="2239220"/>
            <a:ext cx="1913914" cy="1408112"/>
          </a:xfrm>
          <a:custGeom>
            <a:avLst/>
            <a:gdLst>
              <a:gd name="connsiteX0" fmla="*/ 3387926 w 4764289"/>
              <a:gd name="connsiteY0" fmla="*/ 0 h 3505200"/>
              <a:gd name="connsiteX1" fmla="*/ 4764289 w 4764289"/>
              <a:gd name="connsiteY1" fmla="*/ 1376363 h 3505200"/>
              <a:gd name="connsiteX2" fmla="*/ 4757183 w 4764289"/>
              <a:gd name="connsiteY2" fmla="*/ 1517088 h 3505200"/>
              <a:gd name="connsiteX3" fmla="*/ 4755323 w 4764289"/>
              <a:gd name="connsiteY3" fmla="*/ 1529277 h 3505200"/>
              <a:gd name="connsiteX4" fmla="*/ 4751527 w 4764289"/>
              <a:gd name="connsiteY4" fmla="*/ 1594024 h 3505200"/>
              <a:gd name="connsiteX5" fmla="*/ 2292551 w 4764289"/>
              <a:gd name="connsiteY5" fmla="*/ 3505200 h 3505200"/>
              <a:gd name="connsiteX6" fmla="*/ 15055 w 4764289"/>
              <a:gd name="connsiteY6" fmla="*/ 2205002 h 3505200"/>
              <a:gd name="connsiteX7" fmla="*/ 0 w 4764289"/>
              <a:gd name="connsiteY7" fmla="*/ 2169573 h 3505200"/>
              <a:gd name="connsiteX8" fmla="*/ 65761 w 4764289"/>
              <a:gd name="connsiteY8" fmla="*/ 2260723 h 3505200"/>
              <a:gd name="connsiteX9" fmla="*/ 871739 w 4764289"/>
              <a:gd name="connsiteY9" fmla="*/ 2681287 h 3505200"/>
              <a:gd name="connsiteX10" fmla="*/ 2005679 w 4764289"/>
              <a:gd name="connsiteY10" fmla="*/ 1392205 h 3505200"/>
              <a:gd name="connsiteX11" fmla="*/ 2006505 w 4764289"/>
              <a:gd name="connsiteY11" fmla="*/ 1371600 h 3505200"/>
              <a:gd name="connsiteX12" fmla="*/ 2011804 w 4764289"/>
              <a:gd name="connsiteY12" fmla="*/ 1371600 h 3505200"/>
              <a:gd name="connsiteX13" fmla="*/ 2018669 w 4764289"/>
              <a:gd name="connsiteY13" fmla="*/ 1235638 h 3505200"/>
              <a:gd name="connsiteX14" fmla="*/ 3387926 w 4764289"/>
              <a:gd name="connsiteY14" fmla="*/ 0 h 3505200"/>
              <a:gd name="connsiteX0-1" fmla="*/ 3387926 w 4764289"/>
              <a:gd name="connsiteY0-2" fmla="*/ 0 h 3505200"/>
              <a:gd name="connsiteX1-3" fmla="*/ 4764289 w 4764289"/>
              <a:gd name="connsiteY1-4" fmla="*/ 1376363 h 3505200"/>
              <a:gd name="connsiteX2-5" fmla="*/ 4757183 w 4764289"/>
              <a:gd name="connsiteY2-6" fmla="*/ 1517088 h 3505200"/>
              <a:gd name="connsiteX3-7" fmla="*/ 4755323 w 4764289"/>
              <a:gd name="connsiteY3-8" fmla="*/ 1529277 h 3505200"/>
              <a:gd name="connsiteX4-9" fmla="*/ 4751527 w 4764289"/>
              <a:gd name="connsiteY4-10" fmla="*/ 1594024 h 3505200"/>
              <a:gd name="connsiteX5-11" fmla="*/ 2292551 w 4764289"/>
              <a:gd name="connsiteY5-12" fmla="*/ 3505200 h 3505200"/>
              <a:gd name="connsiteX6-13" fmla="*/ 15055 w 4764289"/>
              <a:gd name="connsiteY6-14" fmla="*/ 2205002 h 3505200"/>
              <a:gd name="connsiteX7-15" fmla="*/ 0 w 4764289"/>
              <a:gd name="connsiteY7-16" fmla="*/ 2169573 h 3505200"/>
              <a:gd name="connsiteX8-17" fmla="*/ 65761 w 4764289"/>
              <a:gd name="connsiteY8-18" fmla="*/ 2260723 h 3505200"/>
              <a:gd name="connsiteX9-19" fmla="*/ 871739 w 4764289"/>
              <a:gd name="connsiteY9-20" fmla="*/ 2681287 h 3505200"/>
              <a:gd name="connsiteX10-21" fmla="*/ 2005679 w 4764289"/>
              <a:gd name="connsiteY10-22" fmla="*/ 1392205 h 3505200"/>
              <a:gd name="connsiteX11-23" fmla="*/ 2006505 w 4764289"/>
              <a:gd name="connsiteY11-24" fmla="*/ 1371600 h 3505200"/>
              <a:gd name="connsiteX12-25" fmla="*/ 2018669 w 4764289"/>
              <a:gd name="connsiteY12-26" fmla="*/ 1235638 h 3505200"/>
              <a:gd name="connsiteX13-27" fmla="*/ 3387926 w 4764289"/>
              <a:gd name="connsiteY13-28" fmla="*/ 0 h 3505200"/>
              <a:gd name="connsiteX0-29" fmla="*/ 3387926 w 4764289"/>
              <a:gd name="connsiteY0-30" fmla="*/ 0 h 3505200"/>
              <a:gd name="connsiteX1-31" fmla="*/ 4764289 w 4764289"/>
              <a:gd name="connsiteY1-32" fmla="*/ 1376363 h 3505200"/>
              <a:gd name="connsiteX2-33" fmla="*/ 4757183 w 4764289"/>
              <a:gd name="connsiteY2-34" fmla="*/ 1517088 h 3505200"/>
              <a:gd name="connsiteX3-35" fmla="*/ 4755323 w 4764289"/>
              <a:gd name="connsiteY3-36" fmla="*/ 1529277 h 3505200"/>
              <a:gd name="connsiteX4-37" fmla="*/ 4751527 w 4764289"/>
              <a:gd name="connsiteY4-38" fmla="*/ 1594024 h 3505200"/>
              <a:gd name="connsiteX5-39" fmla="*/ 2292551 w 4764289"/>
              <a:gd name="connsiteY5-40" fmla="*/ 3505200 h 3505200"/>
              <a:gd name="connsiteX6-41" fmla="*/ 15055 w 4764289"/>
              <a:gd name="connsiteY6-42" fmla="*/ 2205002 h 3505200"/>
              <a:gd name="connsiteX7-43" fmla="*/ 0 w 4764289"/>
              <a:gd name="connsiteY7-44" fmla="*/ 2169573 h 3505200"/>
              <a:gd name="connsiteX8-45" fmla="*/ 65761 w 4764289"/>
              <a:gd name="connsiteY8-46" fmla="*/ 2260723 h 3505200"/>
              <a:gd name="connsiteX9-47" fmla="*/ 871739 w 4764289"/>
              <a:gd name="connsiteY9-48" fmla="*/ 2681287 h 3505200"/>
              <a:gd name="connsiteX10-49" fmla="*/ 2005679 w 4764289"/>
              <a:gd name="connsiteY10-50" fmla="*/ 1392205 h 3505200"/>
              <a:gd name="connsiteX11-51" fmla="*/ 2018669 w 4764289"/>
              <a:gd name="connsiteY11-52" fmla="*/ 1235638 h 3505200"/>
              <a:gd name="connsiteX12-53" fmla="*/ 3387926 w 4764289"/>
              <a:gd name="connsiteY12-54" fmla="*/ 0 h 3505200"/>
              <a:gd name="connsiteX0-55" fmla="*/ 3387926 w 4764289"/>
              <a:gd name="connsiteY0-56" fmla="*/ 0 h 3505200"/>
              <a:gd name="connsiteX1-57" fmla="*/ 4764289 w 4764289"/>
              <a:gd name="connsiteY1-58" fmla="*/ 1376363 h 3505200"/>
              <a:gd name="connsiteX2-59" fmla="*/ 4757183 w 4764289"/>
              <a:gd name="connsiteY2-60" fmla="*/ 1517088 h 3505200"/>
              <a:gd name="connsiteX3-61" fmla="*/ 4755323 w 4764289"/>
              <a:gd name="connsiteY3-62" fmla="*/ 1529277 h 3505200"/>
              <a:gd name="connsiteX4-63" fmla="*/ 4751527 w 4764289"/>
              <a:gd name="connsiteY4-64" fmla="*/ 1594024 h 3505200"/>
              <a:gd name="connsiteX5-65" fmla="*/ 2292551 w 4764289"/>
              <a:gd name="connsiteY5-66" fmla="*/ 3505200 h 3505200"/>
              <a:gd name="connsiteX6-67" fmla="*/ 15055 w 4764289"/>
              <a:gd name="connsiteY6-68" fmla="*/ 2205002 h 3505200"/>
              <a:gd name="connsiteX7-69" fmla="*/ 0 w 4764289"/>
              <a:gd name="connsiteY7-70" fmla="*/ 2169573 h 3505200"/>
              <a:gd name="connsiteX8-71" fmla="*/ 65761 w 4764289"/>
              <a:gd name="connsiteY8-72" fmla="*/ 2260723 h 3505200"/>
              <a:gd name="connsiteX9-73" fmla="*/ 871739 w 4764289"/>
              <a:gd name="connsiteY9-74" fmla="*/ 2681287 h 3505200"/>
              <a:gd name="connsiteX10-75" fmla="*/ 2005679 w 4764289"/>
              <a:gd name="connsiteY10-76" fmla="*/ 1392205 h 3505200"/>
              <a:gd name="connsiteX11-77" fmla="*/ 2018669 w 4764289"/>
              <a:gd name="connsiteY11-78" fmla="*/ 1235638 h 3505200"/>
              <a:gd name="connsiteX12-79" fmla="*/ 3387926 w 4764289"/>
              <a:gd name="connsiteY12-80" fmla="*/ 0 h 3505200"/>
              <a:gd name="connsiteX0-81" fmla="*/ 3387926 w 4764289"/>
              <a:gd name="connsiteY0-82" fmla="*/ 0 h 3505200"/>
              <a:gd name="connsiteX1-83" fmla="*/ 4764289 w 4764289"/>
              <a:gd name="connsiteY1-84" fmla="*/ 1376363 h 3505200"/>
              <a:gd name="connsiteX2-85" fmla="*/ 4757183 w 4764289"/>
              <a:gd name="connsiteY2-86" fmla="*/ 1517088 h 3505200"/>
              <a:gd name="connsiteX3-87" fmla="*/ 4755323 w 4764289"/>
              <a:gd name="connsiteY3-88" fmla="*/ 1529277 h 3505200"/>
              <a:gd name="connsiteX4-89" fmla="*/ 4751527 w 4764289"/>
              <a:gd name="connsiteY4-90" fmla="*/ 1594024 h 3505200"/>
              <a:gd name="connsiteX5-91" fmla="*/ 2292551 w 4764289"/>
              <a:gd name="connsiteY5-92" fmla="*/ 3505200 h 3505200"/>
              <a:gd name="connsiteX6-93" fmla="*/ 15055 w 4764289"/>
              <a:gd name="connsiteY6-94" fmla="*/ 2205002 h 3505200"/>
              <a:gd name="connsiteX7-95" fmla="*/ 0 w 4764289"/>
              <a:gd name="connsiteY7-96" fmla="*/ 2169573 h 3505200"/>
              <a:gd name="connsiteX8-97" fmla="*/ 65761 w 4764289"/>
              <a:gd name="connsiteY8-98" fmla="*/ 2260723 h 3505200"/>
              <a:gd name="connsiteX9-99" fmla="*/ 871739 w 4764289"/>
              <a:gd name="connsiteY9-100" fmla="*/ 2681287 h 3505200"/>
              <a:gd name="connsiteX10-101" fmla="*/ 2005679 w 4764289"/>
              <a:gd name="connsiteY10-102" fmla="*/ 1392205 h 3505200"/>
              <a:gd name="connsiteX11-103" fmla="*/ 2018669 w 4764289"/>
              <a:gd name="connsiteY11-104" fmla="*/ 1235638 h 3505200"/>
              <a:gd name="connsiteX12-105" fmla="*/ 3387926 w 4764289"/>
              <a:gd name="connsiteY12-106" fmla="*/ 0 h 3505200"/>
              <a:gd name="connsiteX0-107" fmla="*/ 3387926 w 4764289"/>
              <a:gd name="connsiteY0-108" fmla="*/ 0 h 3505200"/>
              <a:gd name="connsiteX1-109" fmla="*/ 4764289 w 4764289"/>
              <a:gd name="connsiteY1-110" fmla="*/ 1376363 h 3505200"/>
              <a:gd name="connsiteX2-111" fmla="*/ 4757183 w 4764289"/>
              <a:gd name="connsiteY2-112" fmla="*/ 1517088 h 3505200"/>
              <a:gd name="connsiteX3-113" fmla="*/ 4755323 w 4764289"/>
              <a:gd name="connsiteY3-114" fmla="*/ 1529277 h 3505200"/>
              <a:gd name="connsiteX4-115" fmla="*/ 4751527 w 4764289"/>
              <a:gd name="connsiteY4-116" fmla="*/ 1594024 h 3505200"/>
              <a:gd name="connsiteX5-117" fmla="*/ 2292551 w 4764289"/>
              <a:gd name="connsiteY5-118" fmla="*/ 3505200 h 3505200"/>
              <a:gd name="connsiteX6-119" fmla="*/ 15055 w 4764289"/>
              <a:gd name="connsiteY6-120" fmla="*/ 2205002 h 3505200"/>
              <a:gd name="connsiteX7-121" fmla="*/ 0 w 4764289"/>
              <a:gd name="connsiteY7-122" fmla="*/ 2169573 h 3505200"/>
              <a:gd name="connsiteX8-123" fmla="*/ 65761 w 4764289"/>
              <a:gd name="connsiteY8-124" fmla="*/ 2260723 h 3505200"/>
              <a:gd name="connsiteX9-125" fmla="*/ 871739 w 4764289"/>
              <a:gd name="connsiteY9-126" fmla="*/ 2681287 h 3505200"/>
              <a:gd name="connsiteX10-127" fmla="*/ 2005679 w 4764289"/>
              <a:gd name="connsiteY10-128" fmla="*/ 1392205 h 3505200"/>
              <a:gd name="connsiteX11-129" fmla="*/ 2018669 w 4764289"/>
              <a:gd name="connsiteY11-130" fmla="*/ 1235638 h 3505200"/>
              <a:gd name="connsiteX12-131" fmla="*/ 3387926 w 4764289"/>
              <a:gd name="connsiteY12-132" fmla="*/ 0 h 3505200"/>
              <a:gd name="connsiteX0-133" fmla="*/ 3387926 w 4764289"/>
              <a:gd name="connsiteY0-134" fmla="*/ 0 h 3505200"/>
              <a:gd name="connsiteX1-135" fmla="*/ 4764289 w 4764289"/>
              <a:gd name="connsiteY1-136" fmla="*/ 1376363 h 3505200"/>
              <a:gd name="connsiteX2-137" fmla="*/ 4757183 w 4764289"/>
              <a:gd name="connsiteY2-138" fmla="*/ 1517088 h 3505200"/>
              <a:gd name="connsiteX3-139" fmla="*/ 4755323 w 4764289"/>
              <a:gd name="connsiteY3-140" fmla="*/ 1529277 h 3505200"/>
              <a:gd name="connsiteX4-141" fmla="*/ 4751527 w 4764289"/>
              <a:gd name="connsiteY4-142" fmla="*/ 1594024 h 3505200"/>
              <a:gd name="connsiteX5-143" fmla="*/ 2292551 w 4764289"/>
              <a:gd name="connsiteY5-144" fmla="*/ 3505200 h 3505200"/>
              <a:gd name="connsiteX6-145" fmla="*/ 15055 w 4764289"/>
              <a:gd name="connsiteY6-146" fmla="*/ 2205002 h 3505200"/>
              <a:gd name="connsiteX7-147" fmla="*/ 0 w 4764289"/>
              <a:gd name="connsiteY7-148" fmla="*/ 2169573 h 3505200"/>
              <a:gd name="connsiteX8-149" fmla="*/ 65761 w 4764289"/>
              <a:gd name="connsiteY8-150" fmla="*/ 2260723 h 3505200"/>
              <a:gd name="connsiteX9-151" fmla="*/ 871739 w 4764289"/>
              <a:gd name="connsiteY9-152" fmla="*/ 2681287 h 3505200"/>
              <a:gd name="connsiteX10-153" fmla="*/ 2005679 w 4764289"/>
              <a:gd name="connsiteY10-154" fmla="*/ 1392205 h 3505200"/>
              <a:gd name="connsiteX11-155" fmla="*/ 2018669 w 4764289"/>
              <a:gd name="connsiteY11-156" fmla="*/ 1235638 h 3505200"/>
              <a:gd name="connsiteX12-157" fmla="*/ 3387926 w 4764289"/>
              <a:gd name="connsiteY12-158" fmla="*/ 0 h 3505200"/>
              <a:gd name="connsiteX0-159" fmla="*/ 3387926 w 4764289"/>
              <a:gd name="connsiteY0-160" fmla="*/ 0 h 3505200"/>
              <a:gd name="connsiteX1-161" fmla="*/ 4764289 w 4764289"/>
              <a:gd name="connsiteY1-162" fmla="*/ 1376363 h 3505200"/>
              <a:gd name="connsiteX2-163" fmla="*/ 4757183 w 4764289"/>
              <a:gd name="connsiteY2-164" fmla="*/ 1517088 h 3505200"/>
              <a:gd name="connsiteX3-165" fmla="*/ 4755323 w 4764289"/>
              <a:gd name="connsiteY3-166" fmla="*/ 1529277 h 3505200"/>
              <a:gd name="connsiteX4-167" fmla="*/ 4751527 w 4764289"/>
              <a:gd name="connsiteY4-168" fmla="*/ 1594024 h 3505200"/>
              <a:gd name="connsiteX5-169" fmla="*/ 2292551 w 4764289"/>
              <a:gd name="connsiteY5-170" fmla="*/ 3505200 h 3505200"/>
              <a:gd name="connsiteX6-171" fmla="*/ 15055 w 4764289"/>
              <a:gd name="connsiteY6-172" fmla="*/ 2205002 h 3505200"/>
              <a:gd name="connsiteX7-173" fmla="*/ 0 w 4764289"/>
              <a:gd name="connsiteY7-174" fmla="*/ 2169573 h 3505200"/>
              <a:gd name="connsiteX8-175" fmla="*/ 65761 w 4764289"/>
              <a:gd name="connsiteY8-176" fmla="*/ 2260723 h 3505200"/>
              <a:gd name="connsiteX9-177" fmla="*/ 871739 w 4764289"/>
              <a:gd name="connsiteY9-178" fmla="*/ 2681287 h 3505200"/>
              <a:gd name="connsiteX10-179" fmla="*/ 2005679 w 4764289"/>
              <a:gd name="connsiteY10-180" fmla="*/ 1392205 h 3505200"/>
              <a:gd name="connsiteX11-181" fmla="*/ 2018669 w 4764289"/>
              <a:gd name="connsiteY11-182" fmla="*/ 1235638 h 3505200"/>
              <a:gd name="connsiteX12-183" fmla="*/ 3387926 w 4764289"/>
              <a:gd name="connsiteY12-184" fmla="*/ 0 h 3505200"/>
              <a:gd name="connsiteX0-185" fmla="*/ 3387926 w 4764289"/>
              <a:gd name="connsiteY0-186" fmla="*/ 0 h 3505200"/>
              <a:gd name="connsiteX1-187" fmla="*/ 4764289 w 4764289"/>
              <a:gd name="connsiteY1-188" fmla="*/ 1376363 h 3505200"/>
              <a:gd name="connsiteX2-189" fmla="*/ 4757183 w 4764289"/>
              <a:gd name="connsiteY2-190" fmla="*/ 1517088 h 3505200"/>
              <a:gd name="connsiteX3-191" fmla="*/ 4755323 w 4764289"/>
              <a:gd name="connsiteY3-192" fmla="*/ 1529277 h 3505200"/>
              <a:gd name="connsiteX4-193" fmla="*/ 4751527 w 4764289"/>
              <a:gd name="connsiteY4-194" fmla="*/ 1594024 h 3505200"/>
              <a:gd name="connsiteX5-195" fmla="*/ 2292551 w 4764289"/>
              <a:gd name="connsiteY5-196" fmla="*/ 3505200 h 3505200"/>
              <a:gd name="connsiteX6-197" fmla="*/ 15055 w 4764289"/>
              <a:gd name="connsiteY6-198" fmla="*/ 2205002 h 3505200"/>
              <a:gd name="connsiteX7-199" fmla="*/ 0 w 4764289"/>
              <a:gd name="connsiteY7-200" fmla="*/ 2169573 h 3505200"/>
              <a:gd name="connsiteX8-201" fmla="*/ 65761 w 4764289"/>
              <a:gd name="connsiteY8-202" fmla="*/ 2260723 h 3505200"/>
              <a:gd name="connsiteX9-203" fmla="*/ 871739 w 4764289"/>
              <a:gd name="connsiteY9-204" fmla="*/ 2681287 h 3505200"/>
              <a:gd name="connsiteX10-205" fmla="*/ 2005679 w 4764289"/>
              <a:gd name="connsiteY10-206" fmla="*/ 1392205 h 3505200"/>
              <a:gd name="connsiteX11-207" fmla="*/ 2018669 w 4764289"/>
              <a:gd name="connsiteY11-208" fmla="*/ 1235638 h 3505200"/>
              <a:gd name="connsiteX12-209" fmla="*/ 3387926 w 4764289"/>
              <a:gd name="connsiteY12-210" fmla="*/ 0 h 3505200"/>
            </a:gdLst>
            <a:ahLst/>
            <a:cxnLst>
              <a:cxn ang="0">
                <a:pos x="connsiteX0-185" y="connsiteY0-186"/>
              </a:cxn>
              <a:cxn ang="0">
                <a:pos x="connsiteX1-187" y="connsiteY1-188"/>
              </a:cxn>
              <a:cxn ang="0">
                <a:pos x="connsiteX2-189" y="connsiteY2-190"/>
              </a:cxn>
              <a:cxn ang="0">
                <a:pos x="connsiteX3-191" y="connsiteY3-192"/>
              </a:cxn>
              <a:cxn ang="0">
                <a:pos x="connsiteX4-193" y="connsiteY4-194"/>
              </a:cxn>
              <a:cxn ang="0">
                <a:pos x="connsiteX5-195" y="connsiteY5-196"/>
              </a:cxn>
              <a:cxn ang="0">
                <a:pos x="connsiteX6-197" y="connsiteY6-198"/>
              </a:cxn>
              <a:cxn ang="0">
                <a:pos x="connsiteX7-199" y="connsiteY7-200"/>
              </a:cxn>
              <a:cxn ang="0">
                <a:pos x="connsiteX8-201" y="connsiteY8-202"/>
              </a:cxn>
              <a:cxn ang="0">
                <a:pos x="connsiteX9-203" y="connsiteY9-204"/>
              </a:cxn>
              <a:cxn ang="0">
                <a:pos x="connsiteX10-205" y="connsiteY10-206"/>
              </a:cxn>
              <a:cxn ang="0">
                <a:pos x="connsiteX11-207" y="connsiteY11-208"/>
              </a:cxn>
              <a:cxn ang="0">
                <a:pos x="connsiteX12-209" y="connsiteY12-210"/>
              </a:cxn>
            </a:cxnLst>
            <a:rect l="l" t="t" r="r" b="b"/>
            <a:pathLst>
              <a:path w="4764289" h="3505200">
                <a:moveTo>
                  <a:pt x="3387926" y="0"/>
                </a:moveTo>
                <a:cubicBezTo>
                  <a:pt x="4148070" y="0"/>
                  <a:pt x="4764289" y="616219"/>
                  <a:pt x="4764289" y="1376363"/>
                </a:cubicBezTo>
                <a:cubicBezTo>
                  <a:pt x="4764289" y="1423872"/>
                  <a:pt x="4761882" y="1470819"/>
                  <a:pt x="4757183" y="1517088"/>
                </a:cubicBezTo>
                <a:lnTo>
                  <a:pt x="4755323" y="1529277"/>
                </a:lnTo>
                <a:lnTo>
                  <a:pt x="4751527" y="1594024"/>
                </a:lnTo>
                <a:cubicBezTo>
                  <a:pt x="4624949" y="2667503"/>
                  <a:pt x="3572335" y="3505200"/>
                  <a:pt x="2292551" y="3505200"/>
                </a:cubicBezTo>
                <a:cubicBezTo>
                  <a:pt x="1268724" y="3505200"/>
                  <a:pt x="390285" y="2969074"/>
                  <a:pt x="15055" y="2205002"/>
                </a:cubicBezTo>
                <a:lnTo>
                  <a:pt x="0" y="2169573"/>
                </a:lnTo>
                <a:lnTo>
                  <a:pt x="65761" y="2260723"/>
                </a:lnTo>
                <a:cubicBezTo>
                  <a:pt x="272029" y="2520569"/>
                  <a:pt x="556985" y="2681287"/>
                  <a:pt x="871739" y="2681287"/>
                </a:cubicBezTo>
                <a:cubicBezTo>
                  <a:pt x="1461903" y="2681287"/>
                  <a:pt x="1947309" y="2116263"/>
                  <a:pt x="2005679" y="1392205"/>
                </a:cubicBezTo>
                <a:cubicBezTo>
                  <a:pt x="2006205" y="1395093"/>
                  <a:pt x="2014391" y="1254878"/>
                  <a:pt x="2018669" y="1235638"/>
                </a:cubicBezTo>
                <a:cubicBezTo>
                  <a:pt x="2089153" y="541599"/>
                  <a:pt x="2675291" y="0"/>
                  <a:pt x="3387926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 </a:t>
            </a:r>
            <a:endParaRPr lang="en-US" altLang="zh-CN" sz="3200" kern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11"/>
            </p:custDataLst>
          </p:nvPr>
        </p:nvSpPr>
        <p:spPr>
          <a:xfrm flipH="1">
            <a:off x="5786407" y="2079676"/>
            <a:ext cx="914400" cy="914400"/>
          </a:xfrm>
          <a:prstGeom prst="ellipse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r>
              <a:rPr lang="en-US" altLang="zh-CN" sz="3200" kern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endParaRPr lang="en-US" altLang="zh-CN" sz="3200" kern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任意多边形 10"/>
          <p:cNvSpPr/>
          <p:nvPr>
            <p:custDataLst>
              <p:tags r:id="rId12"/>
            </p:custDataLst>
          </p:nvPr>
        </p:nvSpPr>
        <p:spPr>
          <a:xfrm rot="10800000" flipH="1">
            <a:off x="6100731" y="3191720"/>
            <a:ext cx="1913914" cy="1408112"/>
          </a:xfrm>
          <a:custGeom>
            <a:avLst/>
            <a:gdLst>
              <a:gd name="connsiteX0" fmla="*/ 3387926 w 4764289"/>
              <a:gd name="connsiteY0" fmla="*/ 0 h 3505200"/>
              <a:gd name="connsiteX1" fmla="*/ 4764289 w 4764289"/>
              <a:gd name="connsiteY1" fmla="*/ 1376363 h 3505200"/>
              <a:gd name="connsiteX2" fmla="*/ 4757183 w 4764289"/>
              <a:gd name="connsiteY2" fmla="*/ 1517088 h 3505200"/>
              <a:gd name="connsiteX3" fmla="*/ 4755323 w 4764289"/>
              <a:gd name="connsiteY3" fmla="*/ 1529277 h 3505200"/>
              <a:gd name="connsiteX4" fmla="*/ 4751527 w 4764289"/>
              <a:gd name="connsiteY4" fmla="*/ 1594024 h 3505200"/>
              <a:gd name="connsiteX5" fmla="*/ 2292551 w 4764289"/>
              <a:gd name="connsiteY5" fmla="*/ 3505200 h 3505200"/>
              <a:gd name="connsiteX6" fmla="*/ 15055 w 4764289"/>
              <a:gd name="connsiteY6" fmla="*/ 2205002 h 3505200"/>
              <a:gd name="connsiteX7" fmla="*/ 0 w 4764289"/>
              <a:gd name="connsiteY7" fmla="*/ 2169573 h 3505200"/>
              <a:gd name="connsiteX8" fmla="*/ 65761 w 4764289"/>
              <a:gd name="connsiteY8" fmla="*/ 2260723 h 3505200"/>
              <a:gd name="connsiteX9" fmla="*/ 871739 w 4764289"/>
              <a:gd name="connsiteY9" fmla="*/ 2681287 h 3505200"/>
              <a:gd name="connsiteX10" fmla="*/ 2005679 w 4764289"/>
              <a:gd name="connsiteY10" fmla="*/ 1392205 h 3505200"/>
              <a:gd name="connsiteX11" fmla="*/ 2006505 w 4764289"/>
              <a:gd name="connsiteY11" fmla="*/ 1371600 h 3505200"/>
              <a:gd name="connsiteX12" fmla="*/ 2011804 w 4764289"/>
              <a:gd name="connsiteY12" fmla="*/ 1371600 h 3505200"/>
              <a:gd name="connsiteX13" fmla="*/ 2018669 w 4764289"/>
              <a:gd name="connsiteY13" fmla="*/ 1235638 h 3505200"/>
              <a:gd name="connsiteX14" fmla="*/ 3387926 w 4764289"/>
              <a:gd name="connsiteY14" fmla="*/ 0 h 3505200"/>
              <a:gd name="connsiteX0-1" fmla="*/ 3387926 w 4764289"/>
              <a:gd name="connsiteY0-2" fmla="*/ 0 h 3505200"/>
              <a:gd name="connsiteX1-3" fmla="*/ 4764289 w 4764289"/>
              <a:gd name="connsiteY1-4" fmla="*/ 1376363 h 3505200"/>
              <a:gd name="connsiteX2-5" fmla="*/ 4757183 w 4764289"/>
              <a:gd name="connsiteY2-6" fmla="*/ 1517088 h 3505200"/>
              <a:gd name="connsiteX3-7" fmla="*/ 4755323 w 4764289"/>
              <a:gd name="connsiteY3-8" fmla="*/ 1529277 h 3505200"/>
              <a:gd name="connsiteX4-9" fmla="*/ 4751527 w 4764289"/>
              <a:gd name="connsiteY4-10" fmla="*/ 1594024 h 3505200"/>
              <a:gd name="connsiteX5-11" fmla="*/ 2292551 w 4764289"/>
              <a:gd name="connsiteY5-12" fmla="*/ 3505200 h 3505200"/>
              <a:gd name="connsiteX6-13" fmla="*/ 15055 w 4764289"/>
              <a:gd name="connsiteY6-14" fmla="*/ 2205002 h 3505200"/>
              <a:gd name="connsiteX7-15" fmla="*/ 0 w 4764289"/>
              <a:gd name="connsiteY7-16" fmla="*/ 2169573 h 3505200"/>
              <a:gd name="connsiteX8-17" fmla="*/ 65761 w 4764289"/>
              <a:gd name="connsiteY8-18" fmla="*/ 2260723 h 3505200"/>
              <a:gd name="connsiteX9-19" fmla="*/ 871739 w 4764289"/>
              <a:gd name="connsiteY9-20" fmla="*/ 2681287 h 3505200"/>
              <a:gd name="connsiteX10-21" fmla="*/ 2005679 w 4764289"/>
              <a:gd name="connsiteY10-22" fmla="*/ 1392205 h 3505200"/>
              <a:gd name="connsiteX11-23" fmla="*/ 2006505 w 4764289"/>
              <a:gd name="connsiteY11-24" fmla="*/ 1371600 h 3505200"/>
              <a:gd name="connsiteX12-25" fmla="*/ 2018669 w 4764289"/>
              <a:gd name="connsiteY12-26" fmla="*/ 1235638 h 3505200"/>
              <a:gd name="connsiteX13-27" fmla="*/ 3387926 w 4764289"/>
              <a:gd name="connsiteY13-28" fmla="*/ 0 h 3505200"/>
              <a:gd name="connsiteX0-29" fmla="*/ 3387926 w 4764289"/>
              <a:gd name="connsiteY0-30" fmla="*/ 0 h 3505200"/>
              <a:gd name="connsiteX1-31" fmla="*/ 4764289 w 4764289"/>
              <a:gd name="connsiteY1-32" fmla="*/ 1376363 h 3505200"/>
              <a:gd name="connsiteX2-33" fmla="*/ 4757183 w 4764289"/>
              <a:gd name="connsiteY2-34" fmla="*/ 1517088 h 3505200"/>
              <a:gd name="connsiteX3-35" fmla="*/ 4755323 w 4764289"/>
              <a:gd name="connsiteY3-36" fmla="*/ 1529277 h 3505200"/>
              <a:gd name="connsiteX4-37" fmla="*/ 4751527 w 4764289"/>
              <a:gd name="connsiteY4-38" fmla="*/ 1594024 h 3505200"/>
              <a:gd name="connsiteX5-39" fmla="*/ 2292551 w 4764289"/>
              <a:gd name="connsiteY5-40" fmla="*/ 3505200 h 3505200"/>
              <a:gd name="connsiteX6-41" fmla="*/ 15055 w 4764289"/>
              <a:gd name="connsiteY6-42" fmla="*/ 2205002 h 3505200"/>
              <a:gd name="connsiteX7-43" fmla="*/ 0 w 4764289"/>
              <a:gd name="connsiteY7-44" fmla="*/ 2169573 h 3505200"/>
              <a:gd name="connsiteX8-45" fmla="*/ 65761 w 4764289"/>
              <a:gd name="connsiteY8-46" fmla="*/ 2260723 h 3505200"/>
              <a:gd name="connsiteX9-47" fmla="*/ 871739 w 4764289"/>
              <a:gd name="connsiteY9-48" fmla="*/ 2681287 h 3505200"/>
              <a:gd name="connsiteX10-49" fmla="*/ 2005679 w 4764289"/>
              <a:gd name="connsiteY10-50" fmla="*/ 1392205 h 3505200"/>
              <a:gd name="connsiteX11-51" fmla="*/ 2018669 w 4764289"/>
              <a:gd name="connsiteY11-52" fmla="*/ 1235638 h 3505200"/>
              <a:gd name="connsiteX12-53" fmla="*/ 3387926 w 4764289"/>
              <a:gd name="connsiteY12-54" fmla="*/ 0 h 3505200"/>
              <a:gd name="connsiteX0-55" fmla="*/ 3387926 w 4764289"/>
              <a:gd name="connsiteY0-56" fmla="*/ 0 h 3505200"/>
              <a:gd name="connsiteX1-57" fmla="*/ 4764289 w 4764289"/>
              <a:gd name="connsiteY1-58" fmla="*/ 1376363 h 3505200"/>
              <a:gd name="connsiteX2-59" fmla="*/ 4757183 w 4764289"/>
              <a:gd name="connsiteY2-60" fmla="*/ 1517088 h 3505200"/>
              <a:gd name="connsiteX3-61" fmla="*/ 4755323 w 4764289"/>
              <a:gd name="connsiteY3-62" fmla="*/ 1529277 h 3505200"/>
              <a:gd name="connsiteX4-63" fmla="*/ 4751527 w 4764289"/>
              <a:gd name="connsiteY4-64" fmla="*/ 1594024 h 3505200"/>
              <a:gd name="connsiteX5-65" fmla="*/ 2292551 w 4764289"/>
              <a:gd name="connsiteY5-66" fmla="*/ 3505200 h 3505200"/>
              <a:gd name="connsiteX6-67" fmla="*/ 15055 w 4764289"/>
              <a:gd name="connsiteY6-68" fmla="*/ 2205002 h 3505200"/>
              <a:gd name="connsiteX7-69" fmla="*/ 0 w 4764289"/>
              <a:gd name="connsiteY7-70" fmla="*/ 2169573 h 3505200"/>
              <a:gd name="connsiteX8-71" fmla="*/ 65761 w 4764289"/>
              <a:gd name="connsiteY8-72" fmla="*/ 2260723 h 3505200"/>
              <a:gd name="connsiteX9-73" fmla="*/ 871739 w 4764289"/>
              <a:gd name="connsiteY9-74" fmla="*/ 2681287 h 3505200"/>
              <a:gd name="connsiteX10-75" fmla="*/ 2005679 w 4764289"/>
              <a:gd name="connsiteY10-76" fmla="*/ 1392205 h 3505200"/>
              <a:gd name="connsiteX11-77" fmla="*/ 2018669 w 4764289"/>
              <a:gd name="connsiteY11-78" fmla="*/ 1235638 h 3505200"/>
              <a:gd name="connsiteX12-79" fmla="*/ 3387926 w 4764289"/>
              <a:gd name="connsiteY12-80" fmla="*/ 0 h 3505200"/>
              <a:gd name="connsiteX0-81" fmla="*/ 3387926 w 4764289"/>
              <a:gd name="connsiteY0-82" fmla="*/ 0 h 3505200"/>
              <a:gd name="connsiteX1-83" fmla="*/ 4764289 w 4764289"/>
              <a:gd name="connsiteY1-84" fmla="*/ 1376363 h 3505200"/>
              <a:gd name="connsiteX2-85" fmla="*/ 4757183 w 4764289"/>
              <a:gd name="connsiteY2-86" fmla="*/ 1517088 h 3505200"/>
              <a:gd name="connsiteX3-87" fmla="*/ 4755323 w 4764289"/>
              <a:gd name="connsiteY3-88" fmla="*/ 1529277 h 3505200"/>
              <a:gd name="connsiteX4-89" fmla="*/ 4751527 w 4764289"/>
              <a:gd name="connsiteY4-90" fmla="*/ 1594024 h 3505200"/>
              <a:gd name="connsiteX5-91" fmla="*/ 2292551 w 4764289"/>
              <a:gd name="connsiteY5-92" fmla="*/ 3505200 h 3505200"/>
              <a:gd name="connsiteX6-93" fmla="*/ 15055 w 4764289"/>
              <a:gd name="connsiteY6-94" fmla="*/ 2205002 h 3505200"/>
              <a:gd name="connsiteX7-95" fmla="*/ 0 w 4764289"/>
              <a:gd name="connsiteY7-96" fmla="*/ 2169573 h 3505200"/>
              <a:gd name="connsiteX8-97" fmla="*/ 65761 w 4764289"/>
              <a:gd name="connsiteY8-98" fmla="*/ 2260723 h 3505200"/>
              <a:gd name="connsiteX9-99" fmla="*/ 871739 w 4764289"/>
              <a:gd name="connsiteY9-100" fmla="*/ 2681287 h 3505200"/>
              <a:gd name="connsiteX10-101" fmla="*/ 2005679 w 4764289"/>
              <a:gd name="connsiteY10-102" fmla="*/ 1392205 h 3505200"/>
              <a:gd name="connsiteX11-103" fmla="*/ 2018669 w 4764289"/>
              <a:gd name="connsiteY11-104" fmla="*/ 1235638 h 3505200"/>
              <a:gd name="connsiteX12-105" fmla="*/ 3387926 w 4764289"/>
              <a:gd name="connsiteY12-106" fmla="*/ 0 h 3505200"/>
              <a:gd name="connsiteX0-107" fmla="*/ 3387926 w 4764289"/>
              <a:gd name="connsiteY0-108" fmla="*/ 0 h 3505200"/>
              <a:gd name="connsiteX1-109" fmla="*/ 4764289 w 4764289"/>
              <a:gd name="connsiteY1-110" fmla="*/ 1376363 h 3505200"/>
              <a:gd name="connsiteX2-111" fmla="*/ 4757183 w 4764289"/>
              <a:gd name="connsiteY2-112" fmla="*/ 1517088 h 3505200"/>
              <a:gd name="connsiteX3-113" fmla="*/ 4755323 w 4764289"/>
              <a:gd name="connsiteY3-114" fmla="*/ 1529277 h 3505200"/>
              <a:gd name="connsiteX4-115" fmla="*/ 4751527 w 4764289"/>
              <a:gd name="connsiteY4-116" fmla="*/ 1594024 h 3505200"/>
              <a:gd name="connsiteX5-117" fmla="*/ 2292551 w 4764289"/>
              <a:gd name="connsiteY5-118" fmla="*/ 3505200 h 3505200"/>
              <a:gd name="connsiteX6-119" fmla="*/ 15055 w 4764289"/>
              <a:gd name="connsiteY6-120" fmla="*/ 2205002 h 3505200"/>
              <a:gd name="connsiteX7-121" fmla="*/ 0 w 4764289"/>
              <a:gd name="connsiteY7-122" fmla="*/ 2169573 h 3505200"/>
              <a:gd name="connsiteX8-123" fmla="*/ 65761 w 4764289"/>
              <a:gd name="connsiteY8-124" fmla="*/ 2260723 h 3505200"/>
              <a:gd name="connsiteX9-125" fmla="*/ 871739 w 4764289"/>
              <a:gd name="connsiteY9-126" fmla="*/ 2681287 h 3505200"/>
              <a:gd name="connsiteX10-127" fmla="*/ 2005679 w 4764289"/>
              <a:gd name="connsiteY10-128" fmla="*/ 1392205 h 3505200"/>
              <a:gd name="connsiteX11-129" fmla="*/ 2018669 w 4764289"/>
              <a:gd name="connsiteY11-130" fmla="*/ 1235638 h 3505200"/>
              <a:gd name="connsiteX12-131" fmla="*/ 3387926 w 4764289"/>
              <a:gd name="connsiteY12-132" fmla="*/ 0 h 3505200"/>
              <a:gd name="connsiteX0-133" fmla="*/ 3387926 w 4764289"/>
              <a:gd name="connsiteY0-134" fmla="*/ 0 h 3505200"/>
              <a:gd name="connsiteX1-135" fmla="*/ 4764289 w 4764289"/>
              <a:gd name="connsiteY1-136" fmla="*/ 1376363 h 3505200"/>
              <a:gd name="connsiteX2-137" fmla="*/ 4757183 w 4764289"/>
              <a:gd name="connsiteY2-138" fmla="*/ 1517088 h 3505200"/>
              <a:gd name="connsiteX3-139" fmla="*/ 4755323 w 4764289"/>
              <a:gd name="connsiteY3-140" fmla="*/ 1529277 h 3505200"/>
              <a:gd name="connsiteX4-141" fmla="*/ 4751527 w 4764289"/>
              <a:gd name="connsiteY4-142" fmla="*/ 1594024 h 3505200"/>
              <a:gd name="connsiteX5-143" fmla="*/ 2292551 w 4764289"/>
              <a:gd name="connsiteY5-144" fmla="*/ 3505200 h 3505200"/>
              <a:gd name="connsiteX6-145" fmla="*/ 15055 w 4764289"/>
              <a:gd name="connsiteY6-146" fmla="*/ 2205002 h 3505200"/>
              <a:gd name="connsiteX7-147" fmla="*/ 0 w 4764289"/>
              <a:gd name="connsiteY7-148" fmla="*/ 2169573 h 3505200"/>
              <a:gd name="connsiteX8-149" fmla="*/ 65761 w 4764289"/>
              <a:gd name="connsiteY8-150" fmla="*/ 2260723 h 3505200"/>
              <a:gd name="connsiteX9-151" fmla="*/ 871739 w 4764289"/>
              <a:gd name="connsiteY9-152" fmla="*/ 2681287 h 3505200"/>
              <a:gd name="connsiteX10-153" fmla="*/ 2005679 w 4764289"/>
              <a:gd name="connsiteY10-154" fmla="*/ 1392205 h 3505200"/>
              <a:gd name="connsiteX11-155" fmla="*/ 2018669 w 4764289"/>
              <a:gd name="connsiteY11-156" fmla="*/ 1235638 h 3505200"/>
              <a:gd name="connsiteX12-157" fmla="*/ 3387926 w 4764289"/>
              <a:gd name="connsiteY12-158" fmla="*/ 0 h 3505200"/>
              <a:gd name="connsiteX0-159" fmla="*/ 3387926 w 4764289"/>
              <a:gd name="connsiteY0-160" fmla="*/ 0 h 3505200"/>
              <a:gd name="connsiteX1-161" fmla="*/ 4764289 w 4764289"/>
              <a:gd name="connsiteY1-162" fmla="*/ 1376363 h 3505200"/>
              <a:gd name="connsiteX2-163" fmla="*/ 4757183 w 4764289"/>
              <a:gd name="connsiteY2-164" fmla="*/ 1517088 h 3505200"/>
              <a:gd name="connsiteX3-165" fmla="*/ 4755323 w 4764289"/>
              <a:gd name="connsiteY3-166" fmla="*/ 1529277 h 3505200"/>
              <a:gd name="connsiteX4-167" fmla="*/ 4751527 w 4764289"/>
              <a:gd name="connsiteY4-168" fmla="*/ 1594024 h 3505200"/>
              <a:gd name="connsiteX5-169" fmla="*/ 2292551 w 4764289"/>
              <a:gd name="connsiteY5-170" fmla="*/ 3505200 h 3505200"/>
              <a:gd name="connsiteX6-171" fmla="*/ 15055 w 4764289"/>
              <a:gd name="connsiteY6-172" fmla="*/ 2205002 h 3505200"/>
              <a:gd name="connsiteX7-173" fmla="*/ 0 w 4764289"/>
              <a:gd name="connsiteY7-174" fmla="*/ 2169573 h 3505200"/>
              <a:gd name="connsiteX8-175" fmla="*/ 65761 w 4764289"/>
              <a:gd name="connsiteY8-176" fmla="*/ 2260723 h 3505200"/>
              <a:gd name="connsiteX9-177" fmla="*/ 871739 w 4764289"/>
              <a:gd name="connsiteY9-178" fmla="*/ 2681287 h 3505200"/>
              <a:gd name="connsiteX10-179" fmla="*/ 2005679 w 4764289"/>
              <a:gd name="connsiteY10-180" fmla="*/ 1392205 h 3505200"/>
              <a:gd name="connsiteX11-181" fmla="*/ 2018669 w 4764289"/>
              <a:gd name="connsiteY11-182" fmla="*/ 1235638 h 3505200"/>
              <a:gd name="connsiteX12-183" fmla="*/ 3387926 w 4764289"/>
              <a:gd name="connsiteY12-184" fmla="*/ 0 h 3505200"/>
              <a:gd name="connsiteX0-185" fmla="*/ 3387926 w 4764289"/>
              <a:gd name="connsiteY0-186" fmla="*/ 0 h 3505200"/>
              <a:gd name="connsiteX1-187" fmla="*/ 4764289 w 4764289"/>
              <a:gd name="connsiteY1-188" fmla="*/ 1376363 h 3505200"/>
              <a:gd name="connsiteX2-189" fmla="*/ 4757183 w 4764289"/>
              <a:gd name="connsiteY2-190" fmla="*/ 1517088 h 3505200"/>
              <a:gd name="connsiteX3-191" fmla="*/ 4755323 w 4764289"/>
              <a:gd name="connsiteY3-192" fmla="*/ 1529277 h 3505200"/>
              <a:gd name="connsiteX4-193" fmla="*/ 4751527 w 4764289"/>
              <a:gd name="connsiteY4-194" fmla="*/ 1594024 h 3505200"/>
              <a:gd name="connsiteX5-195" fmla="*/ 2292551 w 4764289"/>
              <a:gd name="connsiteY5-196" fmla="*/ 3505200 h 3505200"/>
              <a:gd name="connsiteX6-197" fmla="*/ 15055 w 4764289"/>
              <a:gd name="connsiteY6-198" fmla="*/ 2205002 h 3505200"/>
              <a:gd name="connsiteX7-199" fmla="*/ 0 w 4764289"/>
              <a:gd name="connsiteY7-200" fmla="*/ 2169573 h 3505200"/>
              <a:gd name="connsiteX8-201" fmla="*/ 65761 w 4764289"/>
              <a:gd name="connsiteY8-202" fmla="*/ 2260723 h 3505200"/>
              <a:gd name="connsiteX9-203" fmla="*/ 871739 w 4764289"/>
              <a:gd name="connsiteY9-204" fmla="*/ 2681287 h 3505200"/>
              <a:gd name="connsiteX10-205" fmla="*/ 2005679 w 4764289"/>
              <a:gd name="connsiteY10-206" fmla="*/ 1392205 h 3505200"/>
              <a:gd name="connsiteX11-207" fmla="*/ 2018669 w 4764289"/>
              <a:gd name="connsiteY11-208" fmla="*/ 1235638 h 3505200"/>
              <a:gd name="connsiteX12-209" fmla="*/ 3387926 w 4764289"/>
              <a:gd name="connsiteY12-210" fmla="*/ 0 h 3505200"/>
            </a:gdLst>
            <a:ahLst/>
            <a:cxnLst>
              <a:cxn ang="0">
                <a:pos x="connsiteX0-185" y="connsiteY0-186"/>
              </a:cxn>
              <a:cxn ang="0">
                <a:pos x="connsiteX1-187" y="connsiteY1-188"/>
              </a:cxn>
              <a:cxn ang="0">
                <a:pos x="connsiteX2-189" y="connsiteY2-190"/>
              </a:cxn>
              <a:cxn ang="0">
                <a:pos x="connsiteX3-191" y="connsiteY3-192"/>
              </a:cxn>
              <a:cxn ang="0">
                <a:pos x="connsiteX4-193" y="connsiteY4-194"/>
              </a:cxn>
              <a:cxn ang="0">
                <a:pos x="connsiteX5-195" y="connsiteY5-196"/>
              </a:cxn>
              <a:cxn ang="0">
                <a:pos x="connsiteX6-197" y="connsiteY6-198"/>
              </a:cxn>
              <a:cxn ang="0">
                <a:pos x="connsiteX7-199" y="connsiteY7-200"/>
              </a:cxn>
              <a:cxn ang="0">
                <a:pos x="connsiteX8-201" y="connsiteY8-202"/>
              </a:cxn>
              <a:cxn ang="0">
                <a:pos x="connsiteX9-203" y="connsiteY9-204"/>
              </a:cxn>
              <a:cxn ang="0">
                <a:pos x="connsiteX10-205" y="connsiteY10-206"/>
              </a:cxn>
              <a:cxn ang="0">
                <a:pos x="connsiteX11-207" y="connsiteY11-208"/>
              </a:cxn>
              <a:cxn ang="0">
                <a:pos x="connsiteX12-209" y="connsiteY12-210"/>
              </a:cxn>
            </a:cxnLst>
            <a:rect l="l" t="t" r="r" b="b"/>
            <a:pathLst>
              <a:path w="4764289" h="3505200">
                <a:moveTo>
                  <a:pt x="3387926" y="0"/>
                </a:moveTo>
                <a:cubicBezTo>
                  <a:pt x="4148070" y="0"/>
                  <a:pt x="4764289" y="616219"/>
                  <a:pt x="4764289" y="1376363"/>
                </a:cubicBezTo>
                <a:cubicBezTo>
                  <a:pt x="4764289" y="1423872"/>
                  <a:pt x="4761882" y="1470819"/>
                  <a:pt x="4757183" y="1517088"/>
                </a:cubicBezTo>
                <a:lnTo>
                  <a:pt x="4755323" y="1529277"/>
                </a:lnTo>
                <a:lnTo>
                  <a:pt x="4751527" y="1594024"/>
                </a:lnTo>
                <a:cubicBezTo>
                  <a:pt x="4624949" y="2667503"/>
                  <a:pt x="3572335" y="3505200"/>
                  <a:pt x="2292551" y="3505200"/>
                </a:cubicBezTo>
                <a:cubicBezTo>
                  <a:pt x="1268724" y="3505200"/>
                  <a:pt x="390285" y="2969074"/>
                  <a:pt x="15055" y="2205002"/>
                </a:cubicBezTo>
                <a:lnTo>
                  <a:pt x="0" y="2169573"/>
                </a:lnTo>
                <a:lnTo>
                  <a:pt x="65761" y="2260723"/>
                </a:lnTo>
                <a:cubicBezTo>
                  <a:pt x="272029" y="2520569"/>
                  <a:pt x="556985" y="2681287"/>
                  <a:pt x="871739" y="2681287"/>
                </a:cubicBezTo>
                <a:cubicBezTo>
                  <a:pt x="1461903" y="2681287"/>
                  <a:pt x="1947309" y="2116263"/>
                  <a:pt x="2005679" y="1392205"/>
                </a:cubicBezTo>
                <a:cubicBezTo>
                  <a:pt x="2006205" y="1395093"/>
                  <a:pt x="2014391" y="1254878"/>
                  <a:pt x="2018669" y="1235638"/>
                </a:cubicBezTo>
                <a:cubicBezTo>
                  <a:pt x="2089153" y="541599"/>
                  <a:pt x="2675291" y="0"/>
                  <a:pt x="3387926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 </a:t>
            </a:r>
            <a:endParaRPr lang="en-US" altLang="zh-CN" sz="3200" kern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/>
          <p:nvPr>
            <p:custDataLst>
              <p:tags r:id="rId13"/>
            </p:custDataLst>
          </p:nvPr>
        </p:nvSpPr>
        <p:spPr>
          <a:xfrm flipH="1">
            <a:off x="7006888" y="3576995"/>
            <a:ext cx="914400" cy="914400"/>
          </a:xfrm>
          <a:prstGeom prst="ellipse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r>
              <a:rPr lang="en-US" altLang="zh-CN" sz="3200" kern="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</a:t>
            </a:r>
            <a:endParaRPr lang="en-US" altLang="zh-CN" sz="3200" kern="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任意多边形 16"/>
          <p:cNvSpPr/>
          <p:nvPr>
            <p:custDataLst>
              <p:tags r:id="rId14"/>
            </p:custDataLst>
          </p:nvPr>
        </p:nvSpPr>
        <p:spPr>
          <a:xfrm rot="16200000" flipH="1">
            <a:off x="5148230" y="4144220"/>
            <a:ext cx="1913914" cy="1408112"/>
          </a:xfrm>
          <a:custGeom>
            <a:avLst/>
            <a:gdLst>
              <a:gd name="connsiteX0" fmla="*/ 3387926 w 4764289"/>
              <a:gd name="connsiteY0" fmla="*/ 0 h 3505200"/>
              <a:gd name="connsiteX1" fmla="*/ 4764289 w 4764289"/>
              <a:gd name="connsiteY1" fmla="*/ 1376363 h 3505200"/>
              <a:gd name="connsiteX2" fmla="*/ 4757183 w 4764289"/>
              <a:gd name="connsiteY2" fmla="*/ 1517088 h 3505200"/>
              <a:gd name="connsiteX3" fmla="*/ 4755323 w 4764289"/>
              <a:gd name="connsiteY3" fmla="*/ 1529277 h 3505200"/>
              <a:gd name="connsiteX4" fmla="*/ 4751527 w 4764289"/>
              <a:gd name="connsiteY4" fmla="*/ 1594024 h 3505200"/>
              <a:gd name="connsiteX5" fmla="*/ 2292551 w 4764289"/>
              <a:gd name="connsiteY5" fmla="*/ 3505200 h 3505200"/>
              <a:gd name="connsiteX6" fmla="*/ 15055 w 4764289"/>
              <a:gd name="connsiteY6" fmla="*/ 2205002 h 3505200"/>
              <a:gd name="connsiteX7" fmla="*/ 0 w 4764289"/>
              <a:gd name="connsiteY7" fmla="*/ 2169573 h 3505200"/>
              <a:gd name="connsiteX8" fmla="*/ 65761 w 4764289"/>
              <a:gd name="connsiteY8" fmla="*/ 2260723 h 3505200"/>
              <a:gd name="connsiteX9" fmla="*/ 871739 w 4764289"/>
              <a:gd name="connsiteY9" fmla="*/ 2681287 h 3505200"/>
              <a:gd name="connsiteX10" fmla="*/ 2005679 w 4764289"/>
              <a:gd name="connsiteY10" fmla="*/ 1392205 h 3505200"/>
              <a:gd name="connsiteX11" fmla="*/ 2006505 w 4764289"/>
              <a:gd name="connsiteY11" fmla="*/ 1371600 h 3505200"/>
              <a:gd name="connsiteX12" fmla="*/ 2011804 w 4764289"/>
              <a:gd name="connsiteY12" fmla="*/ 1371600 h 3505200"/>
              <a:gd name="connsiteX13" fmla="*/ 2018669 w 4764289"/>
              <a:gd name="connsiteY13" fmla="*/ 1235638 h 3505200"/>
              <a:gd name="connsiteX14" fmla="*/ 3387926 w 4764289"/>
              <a:gd name="connsiteY14" fmla="*/ 0 h 3505200"/>
              <a:gd name="connsiteX0-1" fmla="*/ 3387926 w 4764289"/>
              <a:gd name="connsiteY0-2" fmla="*/ 0 h 3505200"/>
              <a:gd name="connsiteX1-3" fmla="*/ 4764289 w 4764289"/>
              <a:gd name="connsiteY1-4" fmla="*/ 1376363 h 3505200"/>
              <a:gd name="connsiteX2-5" fmla="*/ 4757183 w 4764289"/>
              <a:gd name="connsiteY2-6" fmla="*/ 1517088 h 3505200"/>
              <a:gd name="connsiteX3-7" fmla="*/ 4755323 w 4764289"/>
              <a:gd name="connsiteY3-8" fmla="*/ 1529277 h 3505200"/>
              <a:gd name="connsiteX4-9" fmla="*/ 4751527 w 4764289"/>
              <a:gd name="connsiteY4-10" fmla="*/ 1594024 h 3505200"/>
              <a:gd name="connsiteX5-11" fmla="*/ 2292551 w 4764289"/>
              <a:gd name="connsiteY5-12" fmla="*/ 3505200 h 3505200"/>
              <a:gd name="connsiteX6-13" fmla="*/ 15055 w 4764289"/>
              <a:gd name="connsiteY6-14" fmla="*/ 2205002 h 3505200"/>
              <a:gd name="connsiteX7-15" fmla="*/ 0 w 4764289"/>
              <a:gd name="connsiteY7-16" fmla="*/ 2169573 h 3505200"/>
              <a:gd name="connsiteX8-17" fmla="*/ 65761 w 4764289"/>
              <a:gd name="connsiteY8-18" fmla="*/ 2260723 h 3505200"/>
              <a:gd name="connsiteX9-19" fmla="*/ 871739 w 4764289"/>
              <a:gd name="connsiteY9-20" fmla="*/ 2681287 h 3505200"/>
              <a:gd name="connsiteX10-21" fmla="*/ 2005679 w 4764289"/>
              <a:gd name="connsiteY10-22" fmla="*/ 1392205 h 3505200"/>
              <a:gd name="connsiteX11-23" fmla="*/ 2006505 w 4764289"/>
              <a:gd name="connsiteY11-24" fmla="*/ 1371600 h 3505200"/>
              <a:gd name="connsiteX12-25" fmla="*/ 2018669 w 4764289"/>
              <a:gd name="connsiteY12-26" fmla="*/ 1235638 h 3505200"/>
              <a:gd name="connsiteX13-27" fmla="*/ 3387926 w 4764289"/>
              <a:gd name="connsiteY13-28" fmla="*/ 0 h 3505200"/>
              <a:gd name="connsiteX0-29" fmla="*/ 3387926 w 4764289"/>
              <a:gd name="connsiteY0-30" fmla="*/ 0 h 3505200"/>
              <a:gd name="connsiteX1-31" fmla="*/ 4764289 w 4764289"/>
              <a:gd name="connsiteY1-32" fmla="*/ 1376363 h 3505200"/>
              <a:gd name="connsiteX2-33" fmla="*/ 4757183 w 4764289"/>
              <a:gd name="connsiteY2-34" fmla="*/ 1517088 h 3505200"/>
              <a:gd name="connsiteX3-35" fmla="*/ 4755323 w 4764289"/>
              <a:gd name="connsiteY3-36" fmla="*/ 1529277 h 3505200"/>
              <a:gd name="connsiteX4-37" fmla="*/ 4751527 w 4764289"/>
              <a:gd name="connsiteY4-38" fmla="*/ 1594024 h 3505200"/>
              <a:gd name="connsiteX5-39" fmla="*/ 2292551 w 4764289"/>
              <a:gd name="connsiteY5-40" fmla="*/ 3505200 h 3505200"/>
              <a:gd name="connsiteX6-41" fmla="*/ 15055 w 4764289"/>
              <a:gd name="connsiteY6-42" fmla="*/ 2205002 h 3505200"/>
              <a:gd name="connsiteX7-43" fmla="*/ 0 w 4764289"/>
              <a:gd name="connsiteY7-44" fmla="*/ 2169573 h 3505200"/>
              <a:gd name="connsiteX8-45" fmla="*/ 65761 w 4764289"/>
              <a:gd name="connsiteY8-46" fmla="*/ 2260723 h 3505200"/>
              <a:gd name="connsiteX9-47" fmla="*/ 871739 w 4764289"/>
              <a:gd name="connsiteY9-48" fmla="*/ 2681287 h 3505200"/>
              <a:gd name="connsiteX10-49" fmla="*/ 2005679 w 4764289"/>
              <a:gd name="connsiteY10-50" fmla="*/ 1392205 h 3505200"/>
              <a:gd name="connsiteX11-51" fmla="*/ 2018669 w 4764289"/>
              <a:gd name="connsiteY11-52" fmla="*/ 1235638 h 3505200"/>
              <a:gd name="connsiteX12-53" fmla="*/ 3387926 w 4764289"/>
              <a:gd name="connsiteY12-54" fmla="*/ 0 h 3505200"/>
              <a:gd name="connsiteX0-55" fmla="*/ 3387926 w 4764289"/>
              <a:gd name="connsiteY0-56" fmla="*/ 0 h 3505200"/>
              <a:gd name="connsiteX1-57" fmla="*/ 4764289 w 4764289"/>
              <a:gd name="connsiteY1-58" fmla="*/ 1376363 h 3505200"/>
              <a:gd name="connsiteX2-59" fmla="*/ 4757183 w 4764289"/>
              <a:gd name="connsiteY2-60" fmla="*/ 1517088 h 3505200"/>
              <a:gd name="connsiteX3-61" fmla="*/ 4755323 w 4764289"/>
              <a:gd name="connsiteY3-62" fmla="*/ 1529277 h 3505200"/>
              <a:gd name="connsiteX4-63" fmla="*/ 4751527 w 4764289"/>
              <a:gd name="connsiteY4-64" fmla="*/ 1594024 h 3505200"/>
              <a:gd name="connsiteX5-65" fmla="*/ 2292551 w 4764289"/>
              <a:gd name="connsiteY5-66" fmla="*/ 3505200 h 3505200"/>
              <a:gd name="connsiteX6-67" fmla="*/ 15055 w 4764289"/>
              <a:gd name="connsiteY6-68" fmla="*/ 2205002 h 3505200"/>
              <a:gd name="connsiteX7-69" fmla="*/ 0 w 4764289"/>
              <a:gd name="connsiteY7-70" fmla="*/ 2169573 h 3505200"/>
              <a:gd name="connsiteX8-71" fmla="*/ 65761 w 4764289"/>
              <a:gd name="connsiteY8-72" fmla="*/ 2260723 h 3505200"/>
              <a:gd name="connsiteX9-73" fmla="*/ 871739 w 4764289"/>
              <a:gd name="connsiteY9-74" fmla="*/ 2681287 h 3505200"/>
              <a:gd name="connsiteX10-75" fmla="*/ 2005679 w 4764289"/>
              <a:gd name="connsiteY10-76" fmla="*/ 1392205 h 3505200"/>
              <a:gd name="connsiteX11-77" fmla="*/ 2018669 w 4764289"/>
              <a:gd name="connsiteY11-78" fmla="*/ 1235638 h 3505200"/>
              <a:gd name="connsiteX12-79" fmla="*/ 3387926 w 4764289"/>
              <a:gd name="connsiteY12-80" fmla="*/ 0 h 3505200"/>
              <a:gd name="connsiteX0-81" fmla="*/ 3387926 w 4764289"/>
              <a:gd name="connsiteY0-82" fmla="*/ 0 h 3505200"/>
              <a:gd name="connsiteX1-83" fmla="*/ 4764289 w 4764289"/>
              <a:gd name="connsiteY1-84" fmla="*/ 1376363 h 3505200"/>
              <a:gd name="connsiteX2-85" fmla="*/ 4757183 w 4764289"/>
              <a:gd name="connsiteY2-86" fmla="*/ 1517088 h 3505200"/>
              <a:gd name="connsiteX3-87" fmla="*/ 4755323 w 4764289"/>
              <a:gd name="connsiteY3-88" fmla="*/ 1529277 h 3505200"/>
              <a:gd name="connsiteX4-89" fmla="*/ 4751527 w 4764289"/>
              <a:gd name="connsiteY4-90" fmla="*/ 1594024 h 3505200"/>
              <a:gd name="connsiteX5-91" fmla="*/ 2292551 w 4764289"/>
              <a:gd name="connsiteY5-92" fmla="*/ 3505200 h 3505200"/>
              <a:gd name="connsiteX6-93" fmla="*/ 15055 w 4764289"/>
              <a:gd name="connsiteY6-94" fmla="*/ 2205002 h 3505200"/>
              <a:gd name="connsiteX7-95" fmla="*/ 0 w 4764289"/>
              <a:gd name="connsiteY7-96" fmla="*/ 2169573 h 3505200"/>
              <a:gd name="connsiteX8-97" fmla="*/ 65761 w 4764289"/>
              <a:gd name="connsiteY8-98" fmla="*/ 2260723 h 3505200"/>
              <a:gd name="connsiteX9-99" fmla="*/ 871739 w 4764289"/>
              <a:gd name="connsiteY9-100" fmla="*/ 2681287 h 3505200"/>
              <a:gd name="connsiteX10-101" fmla="*/ 2005679 w 4764289"/>
              <a:gd name="connsiteY10-102" fmla="*/ 1392205 h 3505200"/>
              <a:gd name="connsiteX11-103" fmla="*/ 2018669 w 4764289"/>
              <a:gd name="connsiteY11-104" fmla="*/ 1235638 h 3505200"/>
              <a:gd name="connsiteX12-105" fmla="*/ 3387926 w 4764289"/>
              <a:gd name="connsiteY12-106" fmla="*/ 0 h 3505200"/>
              <a:gd name="connsiteX0-107" fmla="*/ 3387926 w 4764289"/>
              <a:gd name="connsiteY0-108" fmla="*/ 0 h 3505200"/>
              <a:gd name="connsiteX1-109" fmla="*/ 4764289 w 4764289"/>
              <a:gd name="connsiteY1-110" fmla="*/ 1376363 h 3505200"/>
              <a:gd name="connsiteX2-111" fmla="*/ 4757183 w 4764289"/>
              <a:gd name="connsiteY2-112" fmla="*/ 1517088 h 3505200"/>
              <a:gd name="connsiteX3-113" fmla="*/ 4755323 w 4764289"/>
              <a:gd name="connsiteY3-114" fmla="*/ 1529277 h 3505200"/>
              <a:gd name="connsiteX4-115" fmla="*/ 4751527 w 4764289"/>
              <a:gd name="connsiteY4-116" fmla="*/ 1594024 h 3505200"/>
              <a:gd name="connsiteX5-117" fmla="*/ 2292551 w 4764289"/>
              <a:gd name="connsiteY5-118" fmla="*/ 3505200 h 3505200"/>
              <a:gd name="connsiteX6-119" fmla="*/ 15055 w 4764289"/>
              <a:gd name="connsiteY6-120" fmla="*/ 2205002 h 3505200"/>
              <a:gd name="connsiteX7-121" fmla="*/ 0 w 4764289"/>
              <a:gd name="connsiteY7-122" fmla="*/ 2169573 h 3505200"/>
              <a:gd name="connsiteX8-123" fmla="*/ 65761 w 4764289"/>
              <a:gd name="connsiteY8-124" fmla="*/ 2260723 h 3505200"/>
              <a:gd name="connsiteX9-125" fmla="*/ 871739 w 4764289"/>
              <a:gd name="connsiteY9-126" fmla="*/ 2681287 h 3505200"/>
              <a:gd name="connsiteX10-127" fmla="*/ 2005679 w 4764289"/>
              <a:gd name="connsiteY10-128" fmla="*/ 1392205 h 3505200"/>
              <a:gd name="connsiteX11-129" fmla="*/ 2018669 w 4764289"/>
              <a:gd name="connsiteY11-130" fmla="*/ 1235638 h 3505200"/>
              <a:gd name="connsiteX12-131" fmla="*/ 3387926 w 4764289"/>
              <a:gd name="connsiteY12-132" fmla="*/ 0 h 3505200"/>
              <a:gd name="connsiteX0-133" fmla="*/ 3387926 w 4764289"/>
              <a:gd name="connsiteY0-134" fmla="*/ 0 h 3505200"/>
              <a:gd name="connsiteX1-135" fmla="*/ 4764289 w 4764289"/>
              <a:gd name="connsiteY1-136" fmla="*/ 1376363 h 3505200"/>
              <a:gd name="connsiteX2-137" fmla="*/ 4757183 w 4764289"/>
              <a:gd name="connsiteY2-138" fmla="*/ 1517088 h 3505200"/>
              <a:gd name="connsiteX3-139" fmla="*/ 4755323 w 4764289"/>
              <a:gd name="connsiteY3-140" fmla="*/ 1529277 h 3505200"/>
              <a:gd name="connsiteX4-141" fmla="*/ 4751527 w 4764289"/>
              <a:gd name="connsiteY4-142" fmla="*/ 1594024 h 3505200"/>
              <a:gd name="connsiteX5-143" fmla="*/ 2292551 w 4764289"/>
              <a:gd name="connsiteY5-144" fmla="*/ 3505200 h 3505200"/>
              <a:gd name="connsiteX6-145" fmla="*/ 15055 w 4764289"/>
              <a:gd name="connsiteY6-146" fmla="*/ 2205002 h 3505200"/>
              <a:gd name="connsiteX7-147" fmla="*/ 0 w 4764289"/>
              <a:gd name="connsiteY7-148" fmla="*/ 2169573 h 3505200"/>
              <a:gd name="connsiteX8-149" fmla="*/ 65761 w 4764289"/>
              <a:gd name="connsiteY8-150" fmla="*/ 2260723 h 3505200"/>
              <a:gd name="connsiteX9-151" fmla="*/ 871739 w 4764289"/>
              <a:gd name="connsiteY9-152" fmla="*/ 2681287 h 3505200"/>
              <a:gd name="connsiteX10-153" fmla="*/ 2005679 w 4764289"/>
              <a:gd name="connsiteY10-154" fmla="*/ 1392205 h 3505200"/>
              <a:gd name="connsiteX11-155" fmla="*/ 2018669 w 4764289"/>
              <a:gd name="connsiteY11-156" fmla="*/ 1235638 h 3505200"/>
              <a:gd name="connsiteX12-157" fmla="*/ 3387926 w 4764289"/>
              <a:gd name="connsiteY12-158" fmla="*/ 0 h 3505200"/>
              <a:gd name="connsiteX0-159" fmla="*/ 3387926 w 4764289"/>
              <a:gd name="connsiteY0-160" fmla="*/ 0 h 3505200"/>
              <a:gd name="connsiteX1-161" fmla="*/ 4764289 w 4764289"/>
              <a:gd name="connsiteY1-162" fmla="*/ 1376363 h 3505200"/>
              <a:gd name="connsiteX2-163" fmla="*/ 4757183 w 4764289"/>
              <a:gd name="connsiteY2-164" fmla="*/ 1517088 h 3505200"/>
              <a:gd name="connsiteX3-165" fmla="*/ 4755323 w 4764289"/>
              <a:gd name="connsiteY3-166" fmla="*/ 1529277 h 3505200"/>
              <a:gd name="connsiteX4-167" fmla="*/ 4751527 w 4764289"/>
              <a:gd name="connsiteY4-168" fmla="*/ 1594024 h 3505200"/>
              <a:gd name="connsiteX5-169" fmla="*/ 2292551 w 4764289"/>
              <a:gd name="connsiteY5-170" fmla="*/ 3505200 h 3505200"/>
              <a:gd name="connsiteX6-171" fmla="*/ 15055 w 4764289"/>
              <a:gd name="connsiteY6-172" fmla="*/ 2205002 h 3505200"/>
              <a:gd name="connsiteX7-173" fmla="*/ 0 w 4764289"/>
              <a:gd name="connsiteY7-174" fmla="*/ 2169573 h 3505200"/>
              <a:gd name="connsiteX8-175" fmla="*/ 65761 w 4764289"/>
              <a:gd name="connsiteY8-176" fmla="*/ 2260723 h 3505200"/>
              <a:gd name="connsiteX9-177" fmla="*/ 871739 w 4764289"/>
              <a:gd name="connsiteY9-178" fmla="*/ 2681287 h 3505200"/>
              <a:gd name="connsiteX10-179" fmla="*/ 2005679 w 4764289"/>
              <a:gd name="connsiteY10-180" fmla="*/ 1392205 h 3505200"/>
              <a:gd name="connsiteX11-181" fmla="*/ 2018669 w 4764289"/>
              <a:gd name="connsiteY11-182" fmla="*/ 1235638 h 3505200"/>
              <a:gd name="connsiteX12-183" fmla="*/ 3387926 w 4764289"/>
              <a:gd name="connsiteY12-184" fmla="*/ 0 h 3505200"/>
              <a:gd name="connsiteX0-185" fmla="*/ 3387926 w 4764289"/>
              <a:gd name="connsiteY0-186" fmla="*/ 0 h 3505200"/>
              <a:gd name="connsiteX1-187" fmla="*/ 4764289 w 4764289"/>
              <a:gd name="connsiteY1-188" fmla="*/ 1376363 h 3505200"/>
              <a:gd name="connsiteX2-189" fmla="*/ 4757183 w 4764289"/>
              <a:gd name="connsiteY2-190" fmla="*/ 1517088 h 3505200"/>
              <a:gd name="connsiteX3-191" fmla="*/ 4755323 w 4764289"/>
              <a:gd name="connsiteY3-192" fmla="*/ 1529277 h 3505200"/>
              <a:gd name="connsiteX4-193" fmla="*/ 4751527 w 4764289"/>
              <a:gd name="connsiteY4-194" fmla="*/ 1594024 h 3505200"/>
              <a:gd name="connsiteX5-195" fmla="*/ 2292551 w 4764289"/>
              <a:gd name="connsiteY5-196" fmla="*/ 3505200 h 3505200"/>
              <a:gd name="connsiteX6-197" fmla="*/ 15055 w 4764289"/>
              <a:gd name="connsiteY6-198" fmla="*/ 2205002 h 3505200"/>
              <a:gd name="connsiteX7-199" fmla="*/ 0 w 4764289"/>
              <a:gd name="connsiteY7-200" fmla="*/ 2169573 h 3505200"/>
              <a:gd name="connsiteX8-201" fmla="*/ 65761 w 4764289"/>
              <a:gd name="connsiteY8-202" fmla="*/ 2260723 h 3505200"/>
              <a:gd name="connsiteX9-203" fmla="*/ 871739 w 4764289"/>
              <a:gd name="connsiteY9-204" fmla="*/ 2681287 h 3505200"/>
              <a:gd name="connsiteX10-205" fmla="*/ 2005679 w 4764289"/>
              <a:gd name="connsiteY10-206" fmla="*/ 1392205 h 3505200"/>
              <a:gd name="connsiteX11-207" fmla="*/ 2018669 w 4764289"/>
              <a:gd name="connsiteY11-208" fmla="*/ 1235638 h 3505200"/>
              <a:gd name="connsiteX12-209" fmla="*/ 3387926 w 4764289"/>
              <a:gd name="connsiteY12-210" fmla="*/ 0 h 3505200"/>
            </a:gdLst>
            <a:ahLst/>
            <a:cxnLst>
              <a:cxn ang="0">
                <a:pos x="connsiteX0-185" y="connsiteY0-186"/>
              </a:cxn>
              <a:cxn ang="0">
                <a:pos x="connsiteX1-187" y="connsiteY1-188"/>
              </a:cxn>
              <a:cxn ang="0">
                <a:pos x="connsiteX2-189" y="connsiteY2-190"/>
              </a:cxn>
              <a:cxn ang="0">
                <a:pos x="connsiteX3-191" y="connsiteY3-192"/>
              </a:cxn>
              <a:cxn ang="0">
                <a:pos x="connsiteX4-193" y="connsiteY4-194"/>
              </a:cxn>
              <a:cxn ang="0">
                <a:pos x="connsiteX5-195" y="connsiteY5-196"/>
              </a:cxn>
              <a:cxn ang="0">
                <a:pos x="connsiteX6-197" y="connsiteY6-198"/>
              </a:cxn>
              <a:cxn ang="0">
                <a:pos x="connsiteX7-199" y="connsiteY7-200"/>
              </a:cxn>
              <a:cxn ang="0">
                <a:pos x="connsiteX8-201" y="connsiteY8-202"/>
              </a:cxn>
              <a:cxn ang="0">
                <a:pos x="connsiteX9-203" y="connsiteY9-204"/>
              </a:cxn>
              <a:cxn ang="0">
                <a:pos x="connsiteX10-205" y="connsiteY10-206"/>
              </a:cxn>
              <a:cxn ang="0">
                <a:pos x="connsiteX11-207" y="connsiteY11-208"/>
              </a:cxn>
              <a:cxn ang="0">
                <a:pos x="connsiteX12-209" y="connsiteY12-210"/>
              </a:cxn>
            </a:cxnLst>
            <a:rect l="l" t="t" r="r" b="b"/>
            <a:pathLst>
              <a:path w="4764289" h="3505200">
                <a:moveTo>
                  <a:pt x="3387926" y="0"/>
                </a:moveTo>
                <a:cubicBezTo>
                  <a:pt x="4148070" y="0"/>
                  <a:pt x="4764289" y="616219"/>
                  <a:pt x="4764289" y="1376363"/>
                </a:cubicBezTo>
                <a:cubicBezTo>
                  <a:pt x="4764289" y="1423872"/>
                  <a:pt x="4761882" y="1470819"/>
                  <a:pt x="4757183" y="1517088"/>
                </a:cubicBezTo>
                <a:lnTo>
                  <a:pt x="4755323" y="1529277"/>
                </a:lnTo>
                <a:lnTo>
                  <a:pt x="4751527" y="1594024"/>
                </a:lnTo>
                <a:cubicBezTo>
                  <a:pt x="4624949" y="2667503"/>
                  <a:pt x="3572335" y="3505200"/>
                  <a:pt x="2292551" y="3505200"/>
                </a:cubicBezTo>
                <a:cubicBezTo>
                  <a:pt x="1268724" y="3505200"/>
                  <a:pt x="390285" y="2969074"/>
                  <a:pt x="15055" y="2205002"/>
                </a:cubicBezTo>
                <a:lnTo>
                  <a:pt x="0" y="2169573"/>
                </a:lnTo>
                <a:lnTo>
                  <a:pt x="65761" y="2260723"/>
                </a:lnTo>
                <a:cubicBezTo>
                  <a:pt x="272029" y="2520569"/>
                  <a:pt x="556985" y="2681287"/>
                  <a:pt x="871739" y="2681287"/>
                </a:cubicBezTo>
                <a:cubicBezTo>
                  <a:pt x="1461903" y="2681287"/>
                  <a:pt x="1947309" y="2116263"/>
                  <a:pt x="2005679" y="1392205"/>
                </a:cubicBezTo>
                <a:cubicBezTo>
                  <a:pt x="2006205" y="1395093"/>
                  <a:pt x="2014391" y="1254878"/>
                  <a:pt x="2018669" y="1235638"/>
                </a:cubicBezTo>
                <a:cubicBezTo>
                  <a:pt x="2089153" y="541599"/>
                  <a:pt x="2675291" y="0"/>
                  <a:pt x="3387926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kern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 </a:t>
            </a:r>
            <a:endParaRPr lang="en-US" altLang="zh-CN" sz="3200" kern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椭圆 12"/>
          <p:cNvSpPr/>
          <p:nvPr>
            <p:custDataLst>
              <p:tags r:id="rId15"/>
            </p:custDataLst>
          </p:nvPr>
        </p:nvSpPr>
        <p:spPr>
          <a:xfrm flipH="1">
            <a:off x="5509568" y="4797476"/>
            <a:ext cx="914400" cy="914400"/>
          </a:xfrm>
          <a:prstGeom prst="ellipse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r>
              <a:rPr lang="en-US" altLang="zh-CN" sz="3200" kern="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</a:t>
            </a:r>
            <a:endParaRPr lang="en-US" altLang="zh-CN" sz="3200" kern="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7266533" y="2109740"/>
            <a:ext cx="3242672" cy="7750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kern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单击此处输入你的正文，文字是您思想的提炼。</a:t>
            </a:r>
            <a:endParaRPr lang="zh-CN" altLang="en-US" kern="0" spc="1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17"/>
            </p:custDataLst>
          </p:nvPr>
        </p:nvSpPr>
        <p:spPr>
          <a:xfrm>
            <a:off x="8195954" y="3685513"/>
            <a:ext cx="3242672" cy="7750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kern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单击此处输入你的正文，文字是您思想的提炼。</a:t>
            </a:r>
            <a:endParaRPr lang="zh-CN" altLang="en-US" kern="0" spc="1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18"/>
            </p:custDataLst>
          </p:nvPr>
        </p:nvSpPr>
        <p:spPr>
          <a:xfrm>
            <a:off x="753368" y="3383463"/>
            <a:ext cx="3242672" cy="7750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kern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单击此处输入你的正文，文字是您思想的提炼。</a:t>
            </a:r>
            <a:endParaRPr lang="zh-CN" altLang="en-US" kern="0" spc="1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19"/>
            </p:custDataLst>
          </p:nvPr>
        </p:nvSpPr>
        <p:spPr>
          <a:xfrm>
            <a:off x="1675896" y="4954611"/>
            <a:ext cx="3242672" cy="775084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kern="0" spc="15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单击此处输入你的正文，文字是您思想的提炼。</a:t>
            </a:r>
            <a:endParaRPr lang="zh-CN" altLang="en-US" kern="0" spc="1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>
            <p:custDataLst>
              <p:tags r:id="rId1"/>
            </p:custDataLst>
          </p:nvPr>
        </p:nvCxnSpPr>
        <p:spPr>
          <a:xfrm flipV="1">
            <a:off x="842963" y="2720658"/>
            <a:ext cx="0" cy="15240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/>
          <p:cNvSpPr>
            <a:spLocks noGrp="1"/>
          </p:cNvSpPr>
          <p:nvPr>
            <p:ph type="body" idx="14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单击此处添加副标题内容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谢谢聆听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y"/>
  <p:tag name="KSO_WM_UNIT_INDEX" val="1"/>
  <p:tag name="KSO_WM_UNIT_ID" val="_1*y*1"/>
  <p:tag name="KSO_WM_SLIDE_BACKGROUND_MASK_FLAG" val="1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MH" val="20161022204303"/>
  <p:tag name="MH_LIBRARY" val="GRAPHIC"/>
  <p:tag name="MH_ORDER" val="Rectangle 12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4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446"/>
</p:tagLst>
</file>

<file path=ppt/tags/tag138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446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446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6、17、22、25、26、27、28、29、32、35、40、43、44"/>
</p:tagLst>
</file>

<file path=ppt/tags/tag14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y"/>
  <p:tag name="KSO_WM_UNIT_INDEX" val="1"/>
  <p:tag name="KSO_WM_UNIT_ID" val="_1*y*1"/>
  <p:tag name="KSO_WM_SLIDE_BACKGROUND_MASK_FLAG" val="1"/>
</p:tagLst>
</file>

<file path=ppt/tags/tag14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MH" val="20161022204303"/>
  <p:tag name="MH_LIBRARY" val="GRAPHIC"/>
  <p:tag name="MH_ORDER" val="Rectangle 12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6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4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2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51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60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71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446"/>
</p:tagLst>
</file>

<file path=ppt/tags/tag28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4446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446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6、17、22、25、26、27、28、29、32、35、40、43、44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INDEX" val="2"/>
  <p:tag name="KSO_WM_UNIT_PRESET_TEXT" val="汇报人姓名"/>
  <p:tag name="KSO_WM_UNIT_TYPE" val="b"/>
  <p:tag name="KSO_WM_TEMPLATE_CATEGORY" val="custom"/>
  <p:tag name="KSO_WM_TEMPLATE_INDEX" val="20204446"/>
  <p:tag name="KSO_WM_UNIT_ID" val="custom20204446_1*b*2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INDEX" val="3"/>
  <p:tag name="KSO_WM_UNIT_PRESET_TEXT" val="2020/01/01"/>
  <p:tag name="KSO_WM_UNIT_TYPE" val="b"/>
  <p:tag name="KSO_WM_TEMPLATE_CATEGORY" val="custom"/>
  <p:tag name="KSO_WM_TEMPLATE_INDEX" val="20204446"/>
  <p:tag name="KSO_WM_UNIT_ID" val="custom20204446_1*b*3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287.xml><?xml version="1.0" encoding="utf-8"?>
<p:tagLst xmlns:p="http://schemas.openxmlformats.org/presentationml/2006/main">
  <p:tag name="KSO_WM_TEMPLATE_CATEGORY" val="custom"/>
  <p:tag name="KSO_WM_TEMPLATE_INDEX" val="20204446"/>
  <p:tag name="KSO_WM_UNIT_TYPE" val="a"/>
  <p:tag name="KSO_WM_UNIT_INDEX" val="1"/>
  <p:tag name="KSO_WM_UNIT_ISCONTENTSTITLE" val="0"/>
  <p:tag name="KSO_WM_UNIT_PRESET_TEXT" val="乘风破浪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ID" val="custom20204446_1*a*1"/>
  <p:tag name="KSO_WM_UNIT_LAYERLEVEL" val="1"/>
  <p:tag name="KSO_WM_TAG_VERSION" val="1.0"/>
  <p:tag name="KSO_WM_BEAUTIFY_FLAG" val="#wm#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b"/>
  <p:tag name="KSO_WM_UNIT_INDEX" val="1"/>
  <p:tag name="KSO_WM_UNIT_PRESET_TEXT" val="单击此处添加副标题内容"/>
  <p:tag name="KSO_WM_TEMPLATE_CATEGORY" val="custom"/>
  <p:tag name="KSO_WM_TEMPLATE_INDEX" val="20204446"/>
  <p:tag name="KSO_WM_UNIT_ID" val="custom20204446_1*b*1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289.xml><?xml version="1.0" encoding="utf-8"?>
<p:tagLst xmlns:p="http://schemas.openxmlformats.org/presentationml/2006/main">
  <p:tag name="KSO_WM_SLIDE_ID" val="custom20204446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4446"/>
  <p:tag name="KSO_WM_SLIDE_LAYOUT" val="a_b"/>
  <p:tag name="KSO_WM_SLIDE_LAYOUT_CNT" val="1_3"/>
  <p:tag name="KSO_WM_UNIT_SHOW_EDIT_AREA_INDICATION" val="1"/>
  <p:tag name="KSO_WM_TEMPLATE_THUMBS_INDEX" val="1、4、7、9、12、16、17、22、25、26、27、28、29、32、35、40、43、44"/>
  <p:tag name="KSO_WM_TEMPLATE_MASTER_THUMB_INDEX" val="12"/>
</p:tagLst>
</file>

<file path=ppt/tags/tag290.xml><?xml version="1.0" encoding="utf-8"?>
<p:tagLst xmlns:p="http://schemas.openxmlformats.org/presentationml/2006/main">
  <p:tag name="KSO_WM_UNIT_ISCONTENTSTITLE" val="1"/>
  <p:tag name="KSO_WM_UNIT_PRESET_TEXT" val="目录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446"/>
  <p:tag name="KSO_WM_UNIT_ID" val="custom20204446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LAYERLEVEL" val="1_1"/>
  <p:tag name="KSO_WM_TAG_VERSION" val="1.0"/>
  <p:tag name="KSO_WM_BEAUTIFY_FLAG" val="#wm#"/>
  <p:tag name="KSO_WM_TEMPLATE_CATEGORY" val="custom"/>
  <p:tag name="KSO_WM_TEMPLATE_INDEX" val="20204446"/>
  <p:tag name="KSO_WM_UNIT_ID" val="custom20204446_4*l_i*1_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LAYERLEVEL" val="1_1"/>
  <p:tag name="KSO_WM_TAG_VERSION" val="1.0"/>
  <p:tag name="KSO_WM_BEAUTIFY_FLAG" val="#wm#"/>
  <p:tag name="KSO_WM_TEMPLATE_CATEGORY" val="custom"/>
  <p:tag name="KSO_WM_TEMPLATE_INDEX" val="20204446"/>
  <p:tag name="KSO_WM_UNIT_ID" val="custom20204446_4*l_i*1_2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9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a*1_1_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94.xml><?xml version="1.0" encoding="utf-8"?>
<p:tagLst xmlns:p="http://schemas.openxmlformats.org/presentationml/2006/main">
  <p:tag name="KSO_WM_UNIT_COLOR_SCHEME_SHAPE_ID" val="132"/>
  <p:tag name="KSO_WM_UNIT_COLOR_SCHEME_PARENT_PAGE" val="0_4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1_1"/>
  <p:tag name="KSO_WM_UNIT_TEXT_FILL_FORE_SCHEMECOLOR_INDEX" val="5"/>
  <p:tag name="KSO_WM_UNIT_TEXT_FILL_TYPE" val="1"/>
  <p:tag name="KSO_WM_UNIT_USESOURCEFORMAT_APPLY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1_2"/>
  <p:tag name="KSO_WM_UNIT_LINE_FORE_SCHEMECOLOR_INDEX" val="5"/>
  <p:tag name="KSO_WM_UNIT_LINE_FILL_TYPE" val="2"/>
  <p:tag name="KSO_WM_UNIT_USESOURCEFORMAT_APPLY" val="1"/>
</p:tagLst>
</file>

<file path=ppt/tags/tag29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a*1_2_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298.xml><?xml version="1.0" encoding="utf-8"?>
<p:tagLst xmlns:p="http://schemas.openxmlformats.org/presentationml/2006/main">
  <p:tag name="KSO_WM_UNIT_COLOR_SCHEME_SHAPE_ID" val="132"/>
  <p:tag name="KSO_WM_UNIT_COLOR_SCHEME_PARENT_PAGE" val="0_4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2_1"/>
  <p:tag name="KSO_WM_UNIT_TEXT_FILL_FORE_SCHEMECOLOR_INDEX" val="5"/>
  <p:tag name="KSO_WM_UNIT_TEXT_FILL_TYPE" val="1"/>
  <p:tag name="KSO_WM_UNIT_USESOURCEFORMAT_APPLY" val="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2_2"/>
  <p:tag name="KSO_WM_UNIT_LINE_FORE_SCHEMECOLOR_INDEX" val="5"/>
  <p:tag name="KSO_WM_UNIT_LINE_FILL_TYPE" val="2"/>
  <p:tag name="KSO_WM_UNIT_USESOURCEFORMAT_APPLY" val="1"/>
</p:tagLst>
</file>

<file path=ppt/tags/tag30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a*1_3_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302.xml><?xml version="1.0" encoding="utf-8"?>
<p:tagLst xmlns:p="http://schemas.openxmlformats.org/presentationml/2006/main">
  <p:tag name="KSO_WM_UNIT_COLOR_SCHEME_SHAPE_ID" val="132"/>
  <p:tag name="KSO_WM_UNIT_COLOR_SCHEME_PARENT_PAGE" val="0_4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3_1"/>
  <p:tag name="KSO_WM_UNIT_TEXT_FILL_FORE_SCHEMECOLOR_INDEX" val="5"/>
  <p:tag name="KSO_WM_UNIT_TEXT_FILL_TYPE" val="1"/>
  <p:tag name="KSO_WM_UNIT_USESOURCEFORMAT_APPLY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3_2"/>
  <p:tag name="KSO_WM_UNIT_LINE_FORE_SCHEMECOLOR_INDEX" val="5"/>
  <p:tag name="KSO_WM_UNIT_LINE_FILL_TYPE" val="2"/>
  <p:tag name="KSO_WM_UNIT_USESOURCEFORMAT_APPLY" val="1"/>
</p:tagLst>
</file>

<file path=ppt/tags/tag30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a*1_4_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306.xml><?xml version="1.0" encoding="utf-8"?>
<p:tagLst xmlns:p="http://schemas.openxmlformats.org/presentationml/2006/main">
  <p:tag name="KSO_WM_UNIT_COLOR_SCHEME_SHAPE_ID" val="132"/>
  <p:tag name="KSO_WM_UNIT_COLOR_SCHEME_PARENT_PAGE" val="0_4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4_1"/>
  <p:tag name="KSO_WM_UNIT_TEXT_FILL_FORE_SCHEMECOLOR_INDEX" val="5"/>
  <p:tag name="KSO_WM_UNIT_TEXT_FILL_TYPE" val="1"/>
  <p:tag name="KSO_WM_UNIT_USESOURCEFORMAT_APPLY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4*l_h_i*1_4_2"/>
  <p:tag name="KSO_WM_UNIT_LINE_FORE_SCHEMECOLOR_INDEX" val="5"/>
  <p:tag name="KSO_WM_UNIT_LINE_FILL_TYPE" val="2"/>
  <p:tag name="KSO_WM_UNIT_USESOURCEFORMAT_APPLY" val="1"/>
</p:tagLst>
</file>

<file path=ppt/tags/tag309.xml><?xml version="1.0" encoding="utf-8"?>
<p:tagLst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l"/>
  <p:tag name="KSO_WM_SLIDE_LAYOUT_CNT" val="1_1"/>
  <p:tag name="KSO_WM_TEMPLATE_MASTER_TYPE" val="1"/>
  <p:tag name="KSO_WM_TEMPLATE_COLOR_TYPE" val="1"/>
  <p:tag name="KSO_WM_TEMPLATE_CATEGORY" val="custom"/>
  <p:tag name="KSO_WM_TEMPLATE_INDEX" val="20204446"/>
  <p:tag name="KSO_WM_SLIDE_ID" val="custom20204446_4"/>
</p:tagLst>
</file>

<file path=ppt/tags/tag31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8"/>
  <p:tag name="KSO_WM_UNIT_TYPE" val="e"/>
  <p:tag name="KSO_WM_UNIT_INDEX" val="1"/>
  <p:tag name="KSO_WM_UNIT_PRESET_TEXT" val="Part 01"/>
  <p:tag name="KSO_WM_TEMPLATE_CATEGORY" val="custom"/>
  <p:tag name="KSO_WM_TEMPLATE_INDEX" val="20204446"/>
  <p:tag name="KSO_WM_UNIT_ID" val="custom20204446_7*e*1"/>
</p:tagLst>
</file>

<file path=ppt/tags/tag311.xml><?xml version="1.0" encoding="utf-8"?>
<p:tagLst xmlns:p="http://schemas.openxmlformats.org/presentationml/2006/main">
  <p:tag name="MH" val="20161022204303"/>
  <p:tag name="MH_LIBRARY" val="GRAPHIC"/>
  <p:tag name="MH_ORDER" val="Rectangle 1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446"/>
  <p:tag name="KSO_WM_UNIT_ID" val="custom20204446_7*i*1"/>
  <p:tag name="KSO_WM_UNIT_TYPE" val="i"/>
  <p:tag name="KSO_WM_UNIT_INDEX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10"/>
  <p:tag name="KSO_WM_UNIT_TYPE" val="a"/>
  <p:tag name="KSO_WM_UNIT_INDEX" val="1"/>
  <p:tag name="KSO_WM_UNIT_PRESET_TEXT" val="单击此处添加标题"/>
  <p:tag name="KSO_WM_TEMPLATE_CATEGORY" val="custom"/>
  <p:tag name="KSO_WM_TEMPLATE_INDEX" val="20204446"/>
  <p:tag name="KSO_WM_UNIT_ID" val="custom20204446_7*a*1"/>
  <p:tag name="KSO_WM_UNIT_ISNUMDGMTITLE" val="0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0"/>
  <p:tag name="KSO_WM_UNIT_TYPE" val="b"/>
  <p:tag name="KSO_WM_UNIT_INDEX" val="1"/>
  <p:tag name="KSO_WM_UNIT_PRESET_TEXT" val="单击此处添加副标题内容"/>
  <p:tag name="KSO_WM_TEMPLATE_CATEGORY" val="custom"/>
  <p:tag name="KSO_WM_TEMPLATE_INDEX" val="20204446"/>
  <p:tag name="KSO_WM_UNIT_ID" val="custom20204446_7*b*1"/>
  <p:tag name="KSO_WM_UNIT_ISNUMDGMTITLE" val="0"/>
</p:tagLst>
</file>

<file path=ppt/tags/tag314.xml><?xml version="1.0" encoding="utf-8"?>
<p:tagLst xmlns:p="http://schemas.openxmlformats.org/presentationml/2006/main">
  <p:tag name="KSO_WM_TEMPLATE_SUBCATEGORY" val="0"/>
  <p:tag name="KSO_WM_SLIDE_ITEM_CNT" val="0"/>
  <p:tag name="KSO_WM_SLIDE_INDEX" val="7"/>
  <p:tag name="KSO_WM_TAG_VERSION" val="1.0"/>
  <p:tag name="KSO_WM_BEAUTIFY_FLAG" val="#wm#"/>
  <p:tag name="KSO_WM_SLIDE_TYPE" val="sectionTitle"/>
  <p:tag name="KSO_WM_SLIDE_SUBTYPE" val="pureTxt"/>
  <p:tag name="KSO_WM_SLIDE_LAYOUT" val="a_b_e"/>
  <p:tag name="KSO_WM_SLIDE_LAYOUT_CNT" val="1_1_1"/>
  <p:tag name="KSO_WM_TEMPLATE_MASTER_TYPE" val="1"/>
  <p:tag name="KSO_WM_TEMPLATE_COLOR_TYPE" val="1"/>
  <p:tag name="KSO_WM_TEMPLATE_CATEGORY" val="custom"/>
  <p:tag name="KSO_WM_TEMPLATE_INDEX" val="20204446"/>
  <p:tag name="KSO_WM_SLIDE_ID" val="custom20204446_7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636"/>
  <p:tag name="KSO_WM_UNIT_TYPE" val="f"/>
  <p:tag name="KSO_WM_UNIT_INDEX" val="1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3;您的正文已经简明扼要，字字珠玑，但信息却错综复杂，需要用更多的文字来表述；但请您尽可能提炼思想的精髓，否则容易造成观者的阅读压力，适得其反。正如我们都希望改变世界，希望给人带去光明，但更多时候只需播下一颗种子，自然有微光照拂，雨露滋养。恰如其分的表达观点，往往可以事半功倍。&#13;单击此处输入你的正文，文字是您思想的提炼，为了最终演示发布的良好效果，请尽量言简意赅的阐述观点；根据需要可酌情增减文字，以便观者可以准确理解您所传达的信息。&#13;您的正文已经简明扼要，字字珠玑，但信息却错综复杂，需要用更多的文字来表述；但请您尽可能提炼思想的精髓，否则容易造成观者的阅读压力，适得其反。正如我们都希望改变世界，希望给人带去光明，但更多时候只需播下一颗种子，自然有微光照拂，雨露滋养。恰如其分的表达观点，往往可以事半功倍。"/>
  <p:tag name="KSO_WM_TEMPLATE_CATEGORY" val="custom"/>
  <p:tag name="KSO_WM_TEMPLATE_INDEX" val="20204446"/>
  <p:tag name="KSO_WM_UNIT_ID" val="custom20204446_8*f*1"/>
  <p:tag name="KSO_WM_UNIT_SUBTYPE" val="a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PRESET_TEXT" val="单击此处添加大标题"/>
  <p:tag name="KSO_WM_UNIT_NOCLEAR" val="0"/>
  <p:tag name="KSO_WM_UNIT_VALUE" val="26"/>
  <p:tag name="KSO_WM_UNIT_TYPE" val="a"/>
  <p:tag name="KSO_WM_UNIT_INDEX" val="1"/>
  <p:tag name="KSO_WM_UNIT_BLOCK" val="0"/>
  <p:tag name="KSO_WM_TEMPLATE_CATEGORY" val="custom"/>
  <p:tag name="KSO_WM_TEMPLATE_INDEX" val="20204446"/>
  <p:tag name="KSO_WM_UNIT_ID" val="custom20204446_8*a*1"/>
  <p:tag name="KSO_WM_UNIT_ISNUMDGMTITLE" val="0"/>
</p:tagLst>
</file>

<file path=ppt/tags/tag317.xml><?xml version="1.0" encoding="utf-8"?>
<p:tagLst xmlns:p="http://schemas.openxmlformats.org/presentationml/2006/main">
  <p:tag name="KSO_WM_BEAUTIFY_FLAG" val="#wm#"/>
  <p:tag name="KSO_WM_TEMPLATE_SUBCATEGORY" val="0"/>
  <p:tag name="KSO_WM_SLIDE_ITEM_CNT" val="0"/>
  <p:tag name="KSO_WM_SLIDE_INDEX" val="8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TEMPLATE_MASTER_TYPE" val="1"/>
  <p:tag name="KSO_WM_TEMPLATE_COLOR_TYPE" val="1"/>
  <p:tag name="KSO_WM_TEMPLATE_CATEGORY" val="custom"/>
  <p:tag name="KSO_WM_TEMPLATE_INDEX" val="20204446"/>
  <p:tag name="KSO_WM_SLIDE_ID" val="custom20204446_8"/>
</p:tagLst>
</file>

<file path=ppt/tags/tag318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SUBTYPE" val="h"/>
  <p:tag name="KSO_WM_UNIT_TYPE" val="i"/>
  <p:tag name="KSO_WM_UNIT_INDEX" val="1"/>
  <p:tag name="KSO_WM_UNIT_ID" val="custom20204446_10*i*1"/>
  <p:tag name="KSO_WM_TEMPLATE_CATEGORY" val="custom"/>
  <p:tag name="KSO_WM_TEMPLATE_INDEX" val="20204446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9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"/>
  <p:tag name="KSO_WM_UNIT_NOCLEAR" val="0"/>
  <p:tag name="KSO_WM_UNIT_VALUE" val="210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1_1"/>
  <p:tag name="KSO_WM_UNIT_ID" val="custom20204446_10*l_h_f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0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1_1"/>
  <p:tag name="KSO_WM_UNIT_ID" val="custom20204446_10*l_h_a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1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1_1"/>
  <p:tag name="KSO_WM_UNIT_ID" val="custom20204446_10*l_h_i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z"/>
  <p:tag name="KSO_WM_UNIT_INDEX" val="1_2_1"/>
  <p:tag name="KSO_WM_UNIT_ID" val="custom20204446_10*l_h_z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23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"/>
  <p:tag name="KSO_WM_UNIT_NOCLEAR" val="0"/>
  <p:tag name="KSO_WM_UNIT_VALUE" val="210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2_1"/>
  <p:tag name="KSO_WM_UNIT_ID" val="custom20204446_10*l_h_f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4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2_1"/>
  <p:tag name="KSO_WM_UNIT_ID" val="custom20204446_10*l_h_a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2_1"/>
  <p:tag name="KSO_WM_UNIT_ID" val="custom20204446_10*l_h_i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26.xml><?xml version="1.0" encoding="utf-8"?>
<p:tagLst xmlns:p="http://schemas.openxmlformats.org/presentationml/2006/main">
  <p:tag name="KSO_WM_UNIT_BLOCK" val="0"/>
  <p:tag name="KSO_WM_UNIT_ISCONTENTSTITLE" val="0"/>
  <p:tag name="KSO_WM_UNIT_ISNUMDGMTITLE" val="0"/>
  <p:tag name="KSO_WM_UNIT_PRESET_TEXT" val="单击此处添加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a"/>
  <p:tag name="KSO_WM_UNIT_INDEX" val="1"/>
  <p:tag name="KSO_WM_UNIT_ID" val="custom20204446_10*a*1"/>
  <p:tag name="KSO_WM_TEMPLATE_CATEGORY" val="custom"/>
  <p:tag name="KSO_WM_TEMPLATE_INDEX" val="20204446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SLIDE_BACKGROUND_TYPE" val="frame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ID" val="custom20204446_10*i*2"/>
  <p:tag name="KSO_WM_UNIT_LAYERLEVEL" val="1"/>
  <p:tag name="KSO_WM_TAG_VERSION" val="1.0"/>
  <p:tag name="KSO_WM_BEAUTIFY_FLAG" val="#wm#"/>
  <p:tag name="KSO_WM_UNIT_USESOURCEFORMAT_APPLY" val="1"/>
</p:tagLst>
</file>

<file path=ppt/tags/tag328.xml><?xml version="1.0" encoding="utf-8"?>
<p:tagLst xmlns:p="http://schemas.openxmlformats.org/presentationml/2006/main">
  <p:tag name="KSO_WM_SLIDE_BACKGROUND_TYPE" val="frame"/>
  <p:tag name="KSO_WM_TEMPLATE_CATEGORY" val="custom"/>
  <p:tag name="KSO_WM_TEMPLATE_INDEX" val="20204446"/>
  <p:tag name="KSO_WM_UNIT_TYPE" val="i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ID" val="custom20204446_10*i*3"/>
  <p:tag name="KSO_WM_UNIT_LAYERLEVEL" val="1"/>
  <p:tag name="KSO_WM_TAG_VERSION" val="1.0"/>
  <p:tag name="KSO_WM_BEAUTIFY_FLAG" val="#wm#"/>
  <p:tag name="KSO_WM_UNIT_USESOURCEFORMAT_APPLY" val="1"/>
</p:tagLst>
</file>

<file path=ppt/tags/tag329.xml><?xml version="1.0" encoding="utf-8"?>
<p:tagLst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margin&quot;:{&quot;left&quot;:1.69,&quot;top&quot;:1.69,&quot;right&quot;:1.69,&quot;bottom&quot;:1.69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}"/>
  <p:tag name="KSO_WM_SLIDE_BACKGROUND" val="[&quot;general&quot;,&quot;frame&quot;]"/>
  <p:tag name="KSO_WM_SLIDE_RATIO" val="1.777778"/>
  <p:tag name="KSO_WM_SLIDE_ID" val="custom20204446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863.788*337.844"/>
  <p:tag name="KSO_WM_SLIDE_POSITION" val="47.9555*154.3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4446"/>
  <p:tag name="KSO_WM_SLIDE_LAYOUT" val="a_i_l"/>
  <p:tag name="KSO_WM_SLIDE_LAYOUT_CNT" val="1_1_1"/>
</p:tagLst>
</file>

<file path=ppt/tags/tag330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SUBTYPE" val="h"/>
  <p:tag name="KSO_WM_UNIT_TYPE" val="i"/>
  <p:tag name="KSO_WM_UNIT_INDEX" val="1"/>
  <p:tag name="KSO_WM_UNIT_ID" val="custom20204446_11*i*1"/>
  <p:tag name="KSO_WM_TEMPLATE_CATEGORY" val="custom"/>
  <p:tag name="KSO_WM_TEMPLATE_INDEX" val="20204446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1.xml><?xml version="1.0" encoding="utf-8"?>
<p:tagLst xmlns:p="http://schemas.openxmlformats.org/presentationml/2006/main">
  <p:tag name="KSO_WM_UNIT_BLOCK" val="0"/>
  <p:tag name="KSO_WM_UNIT_SM_LIMIT_TYPE" val="1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z"/>
  <p:tag name="KSO_WM_UNIT_INDEX" val="1_3_1"/>
  <p:tag name="KSO_WM_UNIT_ID" val="custom20204446_11*l_h_z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32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"/>
  <p:tag name="KSO_WM_UNIT_NOCLEAR" val="0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1_1"/>
  <p:tag name="KSO_WM_UNIT_ID" val="custom20204446_11*l_h_f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33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1_1"/>
  <p:tag name="KSO_WM_UNIT_ID" val="custom20204446_11*l_h_a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34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1_1"/>
  <p:tag name="KSO_WM_UNIT_ID" val="custom20204446_11*l_h_i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35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"/>
  <p:tag name="KSO_WM_UNIT_NOCLEAR" val="0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2_1"/>
  <p:tag name="KSO_WM_UNIT_ID" val="custom20204446_11*l_h_f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36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2_1"/>
  <p:tag name="KSO_WM_UNIT_ID" val="custom20204446_11*l_h_a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37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2_1"/>
  <p:tag name="KSO_WM_UNIT_ID" val="custom20204446_11*l_h_i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38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明了。"/>
  <p:tag name="KSO_WM_UNIT_NOCLEAR" val="0"/>
  <p:tag name="KSO_WM_UNIT_VALUE" val="130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3_1"/>
  <p:tag name="KSO_WM_UNIT_ID" val="custom20204446_11*l_h_f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39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3_1"/>
  <p:tag name="KSO_WM_UNIT_ID" val="custom20204446_11*l_h_a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40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3_1"/>
  <p:tag name="KSO_WM_UNIT_ID" val="custom20204446_11*l_h_i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41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z"/>
  <p:tag name="KSO_WM_UNIT_INDEX" val="1_2_1"/>
  <p:tag name="KSO_WM_UNIT_ID" val="custom20204446_11*l_h_z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42.xml><?xml version="1.0" encoding="utf-8"?>
<p:tagLst xmlns:p="http://schemas.openxmlformats.org/presentationml/2006/main">
  <p:tag name="KSO_WM_UNIT_BLOCK" val="0"/>
  <p:tag name="KSO_WM_UNIT_ISCONTENTSTITLE" val="0"/>
  <p:tag name="KSO_WM_UNIT_ISNUMDGMTITLE" val="0"/>
  <p:tag name="KSO_WM_UNIT_PRESET_TEXT" val="单击此处添加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a"/>
  <p:tag name="KSO_WM_UNIT_INDEX" val="1"/>
  <p:tag name="KSO_WM_UNIT_ID" val="custom20204446_11*a*1"/>
  <p:tag name="KSO_WM_TEMPLATE_CATEGORY" val="custom"/>
  <p:tag name="KSO_WM_TEMPLATE_INDEX" val="20204446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43.xml><?xml version="1.0" encoding="utf-8"?>
<p:tagLst xmlns:p="http://schemas.openxmlformats.org/presentationml/2006/main">
  <p:tag name="KSO_WM_SLIDE_BACKGROUND_TYPE" val="frame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ID" val="custom20204446_11*i*2"/>
  <p:tag name="KSO_WM_UNIT_LAYERLEVEL" val="1"/>
  <p:tag name="KSO_WM_TAG_VERSION" val="1.0"/>
  <p:tag name="KSO_WM_BEAUTIFY_FLAG" val="#wm#"/>
  <p:tag name="KSO_WM_UNIT_USESOURCEFORMAT_APPLY" val="1"/>
</p:tagLst>
</file>

<file path=ppt/tags/tag344.xml><?xml version="1.0" encoding="utf-8"?>
<p:tagLst xmlns:p="http://schemas.openxmlformats.org/presentationml/2006/main">
  <p:tag name="KSO_WM_SLIDE_BACKGROUND_TYPE" val="frame"/>
  <p:tag name="KSO_WM_TEMPLATE_CATEGORY" val="custom"/>
  <p:tag name="KSO_WM_TEMPLATE_INDEX" val="20204446"/>
  <p:tag name="KSO_WM_UNIT_TYPE" val="i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ID" val="custom20204446_11*i*3"/>
  <p:tag name="KSO_WM_UNIT_LAYERLEVEL" val="1"/>
  <p:tag name="KSO_WM_TAG_VERSION" val="1.0"/>
  <p:tag name="KSO_WM_BEAUTIFY_FLAG" val="#wm#"/>
  <p:tag name="KSO_WM_UNIT_USESOURCEFORMAT_APPLY" val="1"/>
</p:tagLst>
</file>

<file path=ppt/tags/tag345.xml><?xml version="1.0" encoding="utf-8"?>
<p:tagLst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margin&quot;:{&quot;left&quot;:1.69,&quot;top&quot;:1.69,&quot;right&quot;:1.69,&quot;bottom&quot;:1.69},&quot;edge&quot;:{&quot;left&quot;:true,&quot;top&quot;:true,&quot;right&quot;:true,&quot;bottom&quot;:true},&quot;backgroundInfo&quot;:[{&quot;type&quot;:&quot;general&quot;,&quot;left&quot;:&quot;NaN&quot;,&quot;top&quot;:&quot;NaN&quot;,&quot;right&quot;:&quot;NaN&quot;,&quot;bottom&quot;:&quot;NaN&quot;,&quot;leftAbs&quot;:false,&quot;topAbs&quot;:false,&quot;rightAbs&quot;:false,&quot;bottomAbs&quot;:false},{&quot;type&quot;:&quot;frame&quot;,&quot;left&quot;:&quot;NaN&quot;,&quot;top&quot;:&quot;NaN&quot;,&quot;right&quot;:&quot;NaN&quot;,&quot;bottom&quot;:&quot;NaN&quot;,&quot;leftAbs&quot;:false,&quot;topAbs&quot;:false,&quot;rightAbs&quot;:false,&quot;bottomAbs&quot;:false}]}"/>
  <p:tag name="KSO_WM_SLIDE_BACKGROUND" val="[&quot;general&quot;,&quot;frame&quot;]"/>
  <p:tag name="KSO_WM_SLIDE_RATIO" val="1.777778"/>
  <p:tag name="KSO_WM_SLIDE_ID" val="custom20204446_11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3"/>
  <p:tag name="KSO_WM_SLIDE_INDEX" val="11"/>
  <p:tag name="KSO_WM_SLIDE_SIZE" val="863.547*333.395"/>
  <p:tag name="KSO_WM_SLIDE_POSITION" val="48.3028*158.7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4446"/>
  <p:tag name="KSO_WM_SLIDE_LAYOUT" val="a_i_l"/>
  <p:tag name="KSO_WM_SLIDE_LAYOUT_CNT" val="1_1_1"/>
</p:tagLst>
</file>

<file path=ppt/tags/tag346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SUBTYPE" val="h"/>
  <p:tag name="KSO_WM_UNIT_TYPE" val="i"/>
  <p:tag name="KSO_WM_UNIT_INDEX" val="1"/>
  <p:tag name="KSO_WM_UNIT_ID" val="custom20204446_12*i*1"/>
  <p:tag name="KSO_WM_TEMPLATE_CATEGORY" val="custom"/>
  <p:tag name="KSO_WM_TEMPLATE_INDEX" val="20204446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z"/>
  <p:tag name="KSO_WM_UNIT_INDEX" val="1_1"/>
  <p:tag name="KSO_WM_UNIT_ID" val="custom20204446_12*l_z*1_1"/>
  <p:tag name="KSO_WM_TEMPLATE_CATEGORY" val="custom"/>
  <p:tag name="KSO_WM_TEMPLATE_INDEX" val="20204446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48.xml><?xml version="1.0" encoding="utf-8"?>
<p:tagLst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z"/>
  <p:tag name="KSO_WM_UNIT_INDEX" val="1_2"/>
  <p:tag name="KSO_WM_UNIT_ID" val="custom20204446_12*l_z*1_2"/>
  <p:tag name="KSO_WM_TEMPLATE_CATEGORY" val="custom"/>
  <p:tag name="KSO_WM_TEMPLATE_INDEX" val="20204446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49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单击此处输入你的正文，文字是您思想的提炼，为了最终演示发布的良好效果，请尽量言简意赅的阐述观点；根据需要可酌情增减文字……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1_1"/>
  <p:tag name="KSO_WM_UNIT_ID" val="custom20204446_12*l_h_f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1_1"/>
  <p:tag name="KSO_WM_UNIT_ID" val="custom20204446_12*l_h_a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1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单击此处输入你的正文，文字是您思想的提炼，为了最终演示发布的良好效果，请尽量言简意赅的阐述观点；根据需要可酌情增减文字……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2_1"/>
  <p:tag name="KSO_WM_UNIT_ID" val="custom20204446_12*l_h_f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2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2_1"/>
  <p:tag name="KSO_WM_UNIT_ID" val="custom20204446_12*l_h_a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3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单击此处输入你的正文，文字是您思想的提炼，为了最终演示发布的良好效果，请尽量言简意赅的阐述观点；根据需要可酌情增减文字……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3_1"/>
  <p:tag name="KSO_WM_UNIT_ID" val="custom20204446_12*l_h_f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4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3_1"/>
  <p:tag name="KSO_WM_UNIT_ID" val="custom20204446_12*l_h_a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5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3_1"/>
  <p:tag name="KSO_WM_UNIT_ID" val="custom20204446_12*l_h_i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56.xml><?xml version="1.0" encoding="utf-8"?>
<p:tagLst xmlns:p="http://schemas.openxmlformats.org/presentationml/2006/main">
  <p:tag name="KSO_WM_UNIT_BLOCK" val="0"/>
  <p:tag name="KSO_WM_UNIT_IS_LAYOUT_DIAGRAM" val="1"/>
  <p:tag name="KSO_WM_UNIT_SUBTYPE" val="a"/>
  <p:tag name="KSO_WM_UNIT_PRESET_TEXT" val="单击此处输入你的正文，文字是您思想的提炼，为了最终演示发布的良好效果，请尽量言简意赅的阐述观点；根据需要可酌情增减文字……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f"/>
  <p:tag name="KSO_WM_UNIT_INDEX" val="1_4_1"/>
  <p:tag name="KSO_WM_UNIT_ID" val="custom20204446_12*l_h_f*1_4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7.xml><?xml version="1.0" encoding="utf-8"?>
<p:tagLst xmlns:p="http://schemas.openxmlformats.org/presentationml/2006/main">
  <p:tag name="KSO_WM_UNIT_BLOCK" val="0"/>
  <p:tag name="KSO_WM_UNIT_IS_LAYOUT_DIAGRAM" val="1"/>
  <p:tag name="KSO_WM_UNIT_ISCONTENTSTITLE" val="0"/>
  <p:tag name="KSO_WM_UNIT_ISNUMDGMTITLE" val="0"/>
  <p:tag name="KSO_WM_UNIT_PRESET_TEXT" val="单击此处添加小标题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a"/>
  <p:tag name="KSO_WM_UNIT_INDEX" val="1_4_1"/>
  <p:tag name="KSO_WM_UNIT_ID" val="custom20204446_12*l_h_a*1_4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58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4_1"/>
  <p:tag name="KSO_WM_UNIT_ID" val="custom20204446_12*l_h_i*1_4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59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1_1"/>
  <p:tag name="KSO_WM_UNIT_ID" val="custom20204446_12*l_h_i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60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l_h_i"/>
  <p:tag name="KSO_WM_UNIT_INDEX" val="1_2_1"/>
  <p:tag name="KSO_WM_UNIT_ID" val="custom20204446_12*l_h_i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61.xml><?xml version="1.0" encoding="utf-8"?>
<p:tagLst xmlns:p="http://schemas.openxmlformats.org/presentationml/2006/main">
  <p:tag name="KSO_WM_UNIT_BLOCK" val="0"/>
  <p:tag name="KSO_WM_UNIT_ISCONTENTSTITLE" val="0"/>
  <p:tag name="KSO_WM_UNIT_ISNUMDGMTITLE" val="0"/>
  <p:tag name="KSO_WM_UNIT_PRESET_TEXT" val="单击此处添加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TYPE" val="a"/>
  <p:tag name="KSO_WM_UNIT_INDEX" val="1"/>
  <p:tag name="KSO_WM_UNIT_ID" val="custom20204446_12*a*1"/>
  <p:tag name="KSO_WM_TEMPLATE_CATEGORY" val="custom"/>
  <p:tag name="KSO_WM_TEMPLATE_INDEX" val="20204446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62.xml><?xml version="1.0" encoding="utf-8"?>
<p:tagLst xmlns:p="http://schemas.openxmlformats.org/presentationml/2006/main">
  <p:tag name="KSO_WM_SLIDE_BACKGROUND_TYPE" val="frame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ID" val="custom20204446_12*i*2"/>
  <p:tag name="KSO_WM_UNIT_LAYERLEVEL" val="1"/>
  <p:tag name="KSO_WM_TAG_VERSION" val="1.0"/>
  <p:tag name="KSO_WM_BEAUTIFY_FLAG" val="#wm#"/>
  <p:tag name="KSO_WM_UNIT_USESOURCEFORMAT_APPLY" val="1"/>
</p:tagLst>
</file>

<file path=ppt/tags/tag363.xml><?xml version="1.0" encoding="utf-8"?>
<p:tagLst xmlns:p="http://schemas.openxmlformats.org/presentationml/2006/main">
  <p:tag name="KSO_WM_SLIDE_BACKGROUND_TYPE" val="frame"/>
  <p:tag name="KSO_WM_TEMPLATE_CATEGORY" val="custom"/>
  <p:tag name="KSO_WM_TEMPLATE_INDEX" val="20204446"/>
  <p:tag name="KSO_WM_UNIT_TYPE" val="i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DIAGRAM_GROUP_CODE" val="l1-2"/>
  <p:tag name="KSO_WM_UNIT_ID" val="custom20204446_12*i*3"/>
  <p:tag name="KSO_WM_UNIT_LAYERLEVEL" val="1"/>
  <p:tag name="KSO_WM_TAG_VERSION" val="1.0"/>
  <p:tag name="KSO_WM_BEAUTIFY_FLAG" val="#wm#"/>
  <p:tag name="KSO_WM_UNIT_USESOURCEFORMAT_APPLY" val="1"/>
</p:tagLst>
</file>

<file path=ppt/tags/tag364.xml><?xml version="1.0" encoding="utf-8"?>
<p:tagLst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margin&quot;:{&quot;left&quot;:1.69,&quot;top&quot;:1.69,&quot;right&quot;:1.69,&quot;bottom&quot;:1.69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}"/>
  <p:tag name="KSO_WM_SLIDE_BACKGROUND" val="[&quot;general&quot;,&quot;frame&quot;]"/>
  <p:tag name="KSO_WM_SLIDE_RATIO" val="1.777778"/>
  <p:tag name="KSO_WM_SLIDE_ID" val="custom20204446_12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4"/>
  <p:tag name="KSO_WM_SLIDE_INDEX" val="12"/>
  <p:tag name="KSO_WM_SLIDE_SIZE" val="863.821*341.244"/>
  <p:tag name="KSO_WM_SLIDE_POSITION" val="47.928*150.85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4446"/>
  <p:tag name="KSO_WM_SLIDE_LAYOUT" val="a_i_l"/>
  <p:tag name="KSO_WM_SLIDE_LAYOUT_CNT" val="1_1_1"/>
</p:tagLst>
</file>

<file path=ppt/tags/tag365.xml><?xml version="1.0" encoding="utf-8"?>
<p:tagLst xmlns:p="http://schemas.openxmlformats.org/presentationml/2006/main">
  <p:tag name="KSO_WM_UNIT_BLOCK" val="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SUBTYPE" val="h"/>
  <p:tag name="KSO_WM_UNIT_TYPE" val="i"/>
  <p:tag name="KSO_WM_UNIT_INDEX" val="1"/>
  <p:tag name="KSO_WM_UNIT_ID" val="custom20204446_21*i*1"/>
  <p:tag name="KSO_WM_TEMPLATE_CATEGORY" val="custom"/>
  <p:tag name="KSO_WM_TEMPLATE_INDEX" val="20204446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1_1"/>
  <p:tag name="KSO_WM_UNIT_ID" val="custom20204446_21*l_h_a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PRESET_TEXT" val="关键词"/>
  <p:tag name="KSO_WM_UNIT_TEXT_FILL_FORE_SCHEMECOLOR_INDEX" val="13"/>
  <p:tag name="KSO_WM_UNIT_TEXT_FILL_TYPE" val="1"/>
  <p:tag name="KSO_WM_UNIT_USESOURCEFORMAT_APPLY" val="1"/>
</p:tagLst>
</file>

<file path=ppt/tags/tag367.xml><?xml version="1.0" encoding="utf-8"?>
<p:tagLst xmlns:p="http://schemas.openxmlformats.org/presentationml/2006/main"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1_1"/>
  <p:tag name="KSO_WM_UNIT_ID" val="custom20204446_21*l_h_f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PRESET_TEXT" val="点击此处添加正文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3_1"/>
  <p:tag name="KSO_WM_UNIT_ID" val="custom20204446_21*l_h_a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PRESET_TEXT" val="关键词"/>
  <p:tag name="KSO_WM_UNIT_TEXT_FILL_FORE_SCHEMECOLOR_INDEX" val="13"/>
  <p:tag name="KSO_WM_UNIT_TEXT_FILL_TYPE" val="1"/>
  <p:tag name="KSO_WM_UNIT_USESOURCEFORMAT_APPLY" val="1"/>
</p:tagLst>
</file>

<file path=ppt/tags/tag369.xml><?xml version="1.0" encoding="utf-8"?>
<p:tagLst xmlns:p="http://schemas.openxmlformats.org/presentationml/2006/main"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3_1"/>
  <p:tag name="KSO_WM_UNIT_ID" val="custom20204446_21*l_h_f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PRESET_TEXT" val="点击此处添加正文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2_1"/>
  <p:tag name="KSO_WM_UNIT_ID" val="custom20204446_21*l_h_a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PRESET_TEXT" val="关键词"/>
  <p:tag name="KSO_WM_UNIT_TEXT_FILL_FORE_SCHEMECOLOR_INDEX" val="13"/>
  <p:tag name="KSO_WM_UNIT_TEXT_FILL_TYPE" val="1"/>
  <p:tag name="KSO_WM_UNIT_USESOURCEFORMAT_APPLY" val="1"/>
</p:tagLst>
</file>

<file path=ppt/tags/tag371.xml><?xml version="1.0" encoding="utf-8"?>
<p:tagLst xmlns:p="http://schemas.openxmlformats.org/presentationml/2006/main"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f"/>
  <p:tag name="KSO_WM_UNIT_INDEX" val="1_2_1"/>
  <p:tag name="KSO_WM_UNIT_ID" val="custom20204446_21*l_h_f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PRESET_TEXT" val="点击此处添加正文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72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z"/>
  <p:tag name="KSO_WM_UNIT_INDEX" val="1_1"/>
  <p:tag name="KSO_WM_UNIT_ID" val="custom20204446_21*l_z*1_1"/>
  <p:tag name="KSO_WM_TEMPLATE_CATEGORY" val="custom"/>
  <p:tag name="KSO_WM_TEMPLATE_INDEX" val="20204446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73.xml><?xml version="1.0" encoding="utf-8"?>
<p:tagLst xmlns:p="http://schemas.openxmlformats.org/presentationml/2006/main">
  <p:tag name="KSO_WM_UNIT_BLOCK" val="0"/>
  <p:tag name="KSO_WM_UNIT_IS_LAYOUT_DIAGRAM" val="1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z"/>
  <p:tag name="KSO_WM_UNIT_INDEX" val="1_2"/>
  <p:tag name="KSO_WM_UNIT_ID" val="custom20204446_21*l_z*1_2"/>
  <p:tag name="KSO_WM_TEMPLATE_CATEGORY" val="custom"/>
  <p:tag name="KSO_WM_TEMPLATE_INDEX" val="20204446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374.xml><?xml version="1.0" encoding="utf-8"?>
<p:tagLst xmlns:p="http://schemas.openxmlformats.org/presentationml/2006/main">
  <p:tag name="KSO_WM_SLIDE_BACKGROUND_TYPE" val="belt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ID" val="custom20204446_21*i*2"/>
  <p:tag name="KSO_WM_UNIT_LAYERLEVEL" val="1"/>
  <p:tag name="KSO_WM_TAG_VERSION" val="1.0"/>
  <p:tag name="KSO_WM_BEAUTIFY_FLAG" val="#wm#"/>
  <p:tag name="KSO_WM_UNIT_USESOURCEFORMAT_APPLY" val="1"/>
</p:tagLst>
</file>

<file path=ppt/tags/tag375.xml><?xml version="1.0" encoding="utf-8"?>
<p:tagLst xmlns:p="http://schemas.openxmlformats.org/presentationml/2006/main">
  <p:tag name="KSO_WM_SLIDE_BACKGROUND_TYPE" val="belt"/>
  <p:tag name="KSO_WM_TEMPLATE_CATEGORY" val="custom"/>
  <p:tag name="KSO_WM_TEMPLATE_INDEX" val="20204446"/>
  <p:tag name="KSO_WM_UNIT_TYPE" val="i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ID" val="custom20204446_21*i*3"/>
  <p:tag name="KSO_WM_UNIT_LAYERLEVEL" val="1"/>
  <p:tag name="KSO_WM_TAG_VERSION" val="1.0"/>
  <p:tag name="KSO_WM_BEAUTIFY_FLAG" val="#wm#"/>
  <p:tag name="KSO_WM_UNIT_USESOURCEFORMAT_APPLY" val="1"/>
</p:tagLst>
</file>

<file path=ppt/tags/tag376.xml><?xml version="1.0" encoding="utf-8"?>
<p:tagLst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belt&quot;,&quot;left&quot;:0.0,&quot;top&quot;:0.0,&quot;right&quot;:0.0,&quot;bottom&quot;:0.0,&quot;leftAbs&quot;:false,&quot;topAbs&quot;:false,&quot;rightAbs&quot;:false,&quot;bottomAbs&quot;:false}]}"/>
  <p:tag name="KSO_WM_SLIDE_BACKGROUND" val="[&quot;general&quot;,&quot;belt&quot;]"/>
  <p:tag name="KSO_WM_SLIDE_RATIO" val="1.777778"/>
  <p:tag name="KSO_WM_SLIDE_ID" val="custom20204446_21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3"/>
  <p:tag name="KSO_WM_SLIDE_INDEX" val="21"/>
  <p:tag name="KSO_WM_SLIDE_SIZE" val="812.45*141.35"/>
  <p:tag name="KSO_WM_SLIDE_POSITION" val="74.3*199.35"/>
  <p:tag name="KSO_WM_DIAGRAM_GROUP_CODE" val="l1-3"/>
  <p:tag name="KSO_WM_SLIDE_DIAGTYPE" val="l"/>
  <p:tag name="KSO_WM_TAG_VERSION" val="1.0"/>
  <p:tag name="KSO_WM_BEAUTIFY_FLAG" val="#wm#"/>
  <p:tag name="KSO_WM_TEMPLATE_CATEGORY" val="custom"/>
  <p:tag name="KSO_WM_TEMPLATE_INDEX" val="20204446"/>
  <p:tag name="KSO_WM_SLIDE_LAYOUT" val="i_l"/>
  <p:tag name="KSO_WM_SLIDE_LAYOUT_CNT" val="1_1"/>
</p:tagLst>
</file>

<file path=ppt/tags/tag377.xml><?xml version="1.0" encoding="utf-8"?>
<p:tagLst xmlns:p="http://schemas.openxmlformats.org/presentationml/2006/main">
  <p:tag name="KSO_WM_UNIT_LARGE_SHAPE" val="1"/>
  <p:tag name="KSO_WM_UNIT_VALUE" val="1904*3385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446"/>
  <p:tag name="KSO_WM_UNIT_ID" val="custom20204446_29*d*1"/>
  <p:tag name="KSO_WM_UNIT_SUPPORT_UNIT_TYPE" val="[&quot;d&quot;]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446"/>
  <p:tag name="KSO_WM_UNIT_ID" val="custom20204446_29*i*1"/>
  <p:tag name="KSO_WM_UNIT_TYPE" val="i"/>
  <p:tag name="KSO_WM_UNIT_INDEX" val="1"/>
</p:tagLst>
</file>

<file path=ppt/tags/tag379.xml><?xml version="1.0" encoding="utf-8"?>
<p:tagLst xmlns:p="http://schemas.openxmlformats.org/presentationml/2006/main">
  <p:tag name="KSO_WM_UNIT_ISCONTENTSTITLE" val="0"/>
  <p:tag name="KSO_WM_UNIT_PRESET_TEXT" val="单击此处添加大标题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446"/>
  <p:tag name="KSO_WM_UNIT_ID" val="custom20204446_29*a*1"/>
  <p:tag name="KSO_WM_UNIT_ISNUMDGMTITLE" val="0"/>
</p:tagLst>
</file>

<file path=ppt/tags/tag380.xml><?xml version="1.0" encoding="utf-8"?>
<p:tagLst xmlns:p="http://schemas.openxmlformats.org/presentationml/2006/main"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VALUE" val="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LAYERLEVEL" val="1"/>
  <p:tag name="KSO_WM_TAG_VERSION" val="1.0"/>
  <p:tag name="KSO_WM_BEAUTIFY_FLAG" val="#wm#"/>
  <p:tag name="KSO_WM_TEMPLATE_CATEGORY" val="custom"/>
  <p:tag name="KSO_WM_TEMPLATE_INDEX" val="20204446"/>
  <p:tag name="KSO_WM_UNIT_ID" val="custom20204446_29*f*1"/>
  <p:tag name="KSO_WM_UNIT_SUBTYPE" val="a"/>
</p:tagLst>
</file>

<file path=ppt/tags/tag381.xml><?xml version="1.0" encoding="utf-8"?>
<p:tagLst xmlns:p="http://schemas.openxmlformats.org/presentationml/2006/main">
  <p:tag name="KSO_WM_TEMPLATE_SUBCATEGORY" val="0"/>
  <p:tag name="KSO_WM_SLIDE_TYPE" val="text"/>
  <p:tag name="KSO_WM_SLIDE_SUBTYPE" val="picTxt"/>
  <p:tag name="KSO_WM_SLIDE_ITEM_CNT" val="0"/>
  <p:tag name="KSO_WM_SLIDE_INDEX" val="29"/>
  <p:tag name="KSO_WM_SLIDE_SIZE" val="960*540"/>
  <p:tag name="KSO_WM_SLIDE_POSITION" val="0*0"/>
  <p:tag name="KSO_WM_TAG_VERSION" val="1.0"/>
  <p:tag name="KSO_WM_BEAUTIFY_FLAG" val="#wm#"/>
  <p:tag name="KSO_WM_SLIDE_LAYOUT" val="a_d_f"/>
  <p:tag name="KSO_WM_SLIDE_LAYOUT_CNT" val="1_1_1"/>
  <p:tag name="KSO_WM_TEMPLATE_MASTER_TYPE" val="1"/>
  <p:tag name="KSO_WM_TEMPLATE_COLOR_TYPE" val="1"/>
  <p:tag name="KSO_WM_TEMPLATE_CATEGORY" val="custom"/>
  <p:tag name="KSO_WM_TEMPLATE_INDEX" val="20204446"/>
  <p:tag name="KSO_WM_SLIDE_ID" val="custom20204446_29"/>
</p:tagLst>
</file>

<file path=ppt/tags/tag382.xml><?xml version="1.0" encoding="utf-8"?>
<p:tagLst xmlns:p="http://schemas.openxmlformats.org/presentationml/2006/main">
  <p:tag name="KSO_WM_UNIT_COLOR_SCHEME_SHAPE_ID" val="53"/>
  <p:tag name="KSO_WM_UNIT_COLOR_SCHEME_PARENT_PAGE" val="0_1"/>
  <p:tag name="KSO_WM_UNIT_FOIL_COLOR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b"/>
  <p:tag name="KSO_WM_UNIT_TYPE" val="l_h_i"/>
  <p:tag name="KSO_WM_UNIT_INDEX" val="1_3_1"/>
  <p:tag name="KSO_WM_UNIT_ID" val="custom20204446_31*l_h_i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83.xml><?xml version="1.0" encoding="utf-8"?>
<p:tagLst xmlns:p="http://schemas.openxmlformats.org/presentationml/2006/main">
  <p:tag name="KSO_WM_UNIT_COLOR_SCHEME_SHAPE_ID" val="53"/>
  <p:tag name="KSO_WM_UNIT_COLOR_SCHEME_PARENT_PAGE" val="0_1"/>
  <p:tag name="KSO_WM_UNIT_FOIL_COLOR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b"/>
  <p:tag name="KSO_WM_UNIT_TYPE" val="l_h_i"/>
  <p:tag name="KSO_WM_UNIT_INDEX" val="1_2_1"/>
  <p:tag name="KSO_WM_UNIT_ID" val="custom20204446_31*l_h_i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84.xml><?xml version="1.0" encoding="utf-8"?>
<p:tagLst xmlns:p="http://schemas.openxmlformats.org/presentationml/2006/main">
  <p:tag name="KSO_WM_UNIT_COLOR_SCHEME_SHAPE_ID" val="53"/>
  <p:tag name="KSO_WM_UNIT_COLOR_SCHEME_PARENT_PAGE" val="0_1"/>
  <p:tag name="KSO_WM_UNIT_FOIL_COLOR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b"/>
  <p:tag name="KSO_WM_UNIT_TYPE" val="l_h_i"/>
  <p:tag name="KSO_WM_UNIT_INDEX" val="1_1_1"/>
  <p:tag name="KSO_WM_UNIT_ID" val="custom20204446_31*l_h_i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85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i"/>
  <p:tag name="KSO_WM_UNIT_INDEX" val="1_3_2"/>
  <p:tag name="KSO_WM_UNIT_ID" val="custom20204446_31*l_h_i*1_3_2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86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i"/>
  <p:tag name="KSO_WM_UNIT_INDEX" val="1_2_2"/>
  <p:tag name="KSO_WM_UNIT_ID" val="custom20204446_31*l_h_i*1_2_2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8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i"/>
  <p:tag name="KSO_WM_UNIT_INDEX" val="1_1_2"/>
  <p:tag name="KSO_WM_UNIT_ID" val="custom20204446_31*l_h_i*1_1_2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88.xml><?xml version="1.0" encoding="utf-8"?>
<p:tagLst xmlns:p="http://schemas.openxmlformats.org/presentationml/2006/main">
  <p:tag name="KSO_WM_UNIT_TEXT_PART_ID_V2" val="d-3-1"/>
  <p:tag name="KSO_WM_UNIT_COLOR_SCHEME_SHAPE_ID" val="38"/>
  <p:tag name="KSO_WM_UNIT_COLOR_SCHEME_PARENT_PAGE" val="0_2"/>
  <p:tag name="KSO_WM_UNIT_DIAGRAM_MODELTYPE" val="stripeEnum"/>
  <p:tag name="KSO_WM_UNIT_PRESET_TEXT" val="点击此处添加正文文字，文字是您思想的提炼，请尽可能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f"/>
  <p:tag name="KSO_WM_UNIT_INDEX" val="1_3_1"/>
  <p:tag name="KSO_WM_UNIT_ID" val="custom20204446_31*l_h_f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89.xml><?xml version="1.0" encoding="utf-8"?>
<p:tagLst xmlns:p="http://schemas.openxmlformats.org/presentationml/2006/main">
  <p:tag name="KSO_WM_UNIT_TEXT_PART_ID_V2" val="c-3-1"/>
  <p:tag name="KSO_WM_UNIT_COLOR_SCHEME_SHAPE_ID" val="41"/>
  <p:tag name="KSO_WM_UNIT_COLOR_SCHEME_PARENT_PAGE" val="0_2"/>
  <p:tag name="KSO_WM_UNIT_DIAGRAM_MODELTYPE" val="stripeEnum"/>
  <p:tag name="KSO_WM_UNIT_ISCONTENTSTITLE" val="0"/>
  <p:tag name="KSO_WM_UNIT_PRESET_TEXT" val="单击此处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a"/>
  <p:tag name="KSO_WM_UNIT_INDEX" val="1_3_1"/>
  <p:tag name="KSO_WM_UNIT_ID" val="custom20204446_31*l_h_a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390.xml><?xml version="1.0" encoding="utf-8"?>
<p:tagLst xmlns:p="http://schemas.openxmlformats.org/presentationml/2006/main">
  <p:tag name="KSO_WM_UNIT_COLOR_SCHEME_SHAPE_ID" val="37"/>
  <p:tag name="KSO_WM_UNIT_COLOR_SCHEME_PARENT_PAGE" val="0_2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d"/>
  <p:tag name="KSO_WM_UNIT_TYPE" val="l_h_i"/>
  <p:tag name="KSO_WM_UNIT_INDEX" val="1_3_3"/>
  <p:tag name="KSO_WM_UNIT_ID" val="custom20204446_31*l_h_i*1_3_3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91.xml><?xml version="1.0" encoding="utf-8"?>
<p:tagLst xmlns:p="http://schemas.openxmlformats.org/presentationml/2006/main">
  <p:tag name="KSO_WM_UNIT_TEXT_PART_ID_V2" val="d-3-1"/>
  <p:tag name="KSO_WM_UNIT_COLOR_SCHEME_SHAPE_ID" val="50"/>
  <p:tag name="KSO_WM_UNIT_COLOR_SCHEME_PARENT_PAGE" val="0_2"/>
  <p:tag name="KSO_WM_UNIT_DIAGRAM_MODELTYPE" val="stripeEnum"/>
  <p:tag name="KSO_WM_UNIT_PRESET_TEXT" val="点击此处添加正文文字，文字是您思想的提炼，请尽可能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f"/>
  <p:tag name="KSO_WM_UNIT_INDEX" val="1_2_1"/>
  <p:tag name="KSO_WM_UNIT_ID" val="custom20204446_31*l_h_f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92.xml><?xml version="1.0" encoding="utf-8"?>
<p:tagLst xmlns:p="http://schemas.openxmlformats.org/presentationml/2006/main">
  <p:tag name="KSO_WM_UNIT_TEXT_PART_ID_V2" val="c-3-1"/>
  <p:tag name="KSO_WM_UNIT_COLOR_SCHEME_SHAPE_ID" val="51"/>
  <p:tag name="KSO_WM_UNIT_COLOR_SCHEME_PARENT_PAGE" val="0_2"/>
  <p:tag name="KSO_WM_UNIT_DIAGRAM_MODELTYPE" val="stripeEnum"/>
  <p:tag name="KSO_WM_UNIT_ISCONTENTSTITLE" val="0"/>
  <p:tag name="KSO_WM_UNIT_PRESET_TEXT" val="单击此处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a"/>
  <p:tag name="KSO_WM_UNIT_INDEX" val="1_2_1"/>
  <p:tag name="KSO_WM_UNIT_ID" val="custom20204446_31*l_h_a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393.xml><?xml version="1.0" encoding="utf-8"?>
<p:tagLst xmlns:p="http://schemas.openxmlformats.org/presentationml/2006/main">
  <p:tag name="KSO_WM_UNIT_COLOR_SCHEME_SHAPE_ID" val="47"/>
  <p:tag name="KSO_WM_UNIT_COLOR_SCHEME_PARENT_PAGE" val="0_2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d"/>
  <p:tag name="KSO_WM_UNIT_TYPE" val="l_h_i"/>
  <p:tag name="KSO_WM_UNIT_INDEX" val="1_2_3"/>
  <p:tag name="KSO_WM_UNIT_ID" val="custom20204446_31*l_h_i*1_2_3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94.xml><?xml version="1.0" encoding="utf-8"?>
<p:tagLst xmlns:p="http://schemas.openxmlformats.org/presentationml/2006/main">
  <p:tag name="KSO_WM_UNIT_TEXT_PART_ID_V2" val="d-3-1"/>
  <p:tag name="KSO_WM_UNIT_COLOR_SCHEME_SHAPE_ID" val="59"/>
  <p:tag name="KSO_WM_UNIT_COLOR_SCHEME_PARENT_PAGE" val="0_2"/>
  <p:tag name="KSO_WM_UNIT_DIAGRAM_MODELTYPE" val="stripeEnum"/>
  <p:tag name="KSO_WM_UNIT_PRESET_TEXT" val="点击此处添加正文文字，文字是您思想的提炼，请尽可能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f"/>
  <p:tag name="KSO_WM_UNIT_INDEX" val="1_1_1"/>
  <p:tag name="KSO_WM_UNIT_ID" val="custom20204446_31*l_h_f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SUBTYPE" val="a"/>
  <p:tag name="KSO_WM_UNIT_TEXT_FILL_FORE_SCHEMECOLOR_INDEX" val="13"/>
  <p:tag name="KSO_WM_UNIT_TEXT_FILL_TYPE" val="1"/>
  <p:tag name="KSO_WM_UNIT_USESOURCEFORMAT_APPLY" val="1"/>
</p:tagLst>
</file>

<file path=ppt/tags/tag395.xml><?xml version="1.0" encoding="utf-8"?>
<p:tagLst xmlns:p="http://schemas.openxmlformats.org/presentationml/2006/main">
  <p:tag name="KSO_WM_UNIT_TEXT_PART_ID_V2" val="c-3-1"/>
  <p:tag name="KSO_WM_UNIT_COLOR_SCHEME_SHAPE_ID" val="60"/>
  <p:tag name="KSO_WM_UNIT_COLOR_SCHEME_PARENT_PAGE" val="0_2"/>
  <p:tag name="KSO_WM_UNIT_DIAGRAM_MODELTYPE" val="stripeEnum"/>
  <p:tag name="KSO_WM_UNIT_ISCONTENTSTITLE" val="0"/>
  <p:tag name="KSO_WM_UNIT_PRESET_TEXT" val="单击此处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a"/>
  <p:tag name="KSO_WM_UNIT_INDEX" val="1_1_1"/>
  <p:tag name="KSO_WM_UNIT_ID" val="custom20204446_31*l_h_a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396.xml><?xml version="1.0" encoding="utf-8"?>
<p:tagLst xmlns:p="http://schemas.openxmlformats.org/presentationml/2006/main">
  <p:tag name="KSO_WM_UNIT_COLOR_SCHEME_SHAPE_ID" val="58"/>
  <p:tag name="KSO_WM_UNIT_COLOR_SCHEME_PARENT_PAGE" val="0_2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d"/>
  <p:tag name="KSO_WM_UNIT_TYPE" val="l_h_i"/>
  <p:tag name="KSO_WM_UNIT_INDEX" val="1_1_3"/>
  <p:tag name="KSO_WM_UNIT_ID" val="custom20204446_31*l_h_i*1_1_3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397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ID" val="custom20204446_31*i*1"/>
  <p:tag name="KSO_WM_UNIT_LAYERLEVEL" val="1"/>
  <p:tag name="KSO_WM_TAG_VERSION" val="1.0"/>
  <p:tag name="KSO_WM_BEAUTIFY_FLAG" val="#wm#"/>
  <p:tag name="KSO_WM_UNIT_USESOURCEFORMAT_APPLY" val="1"/>
</p:tagLst>
</file>

<file path=ppt/tags/tag398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ID" val="custom20204446_31*i*2"/>
  <p:tag name="KSO_WM_UNIT_LAYERLEVEL" val="1"/>
  <p:tag name="KSO_WM_TAG_VERSION" val="1.0"/>
  <p:tag name="KSO_WM_BEAUTIFY_FLAG" val="#wm#"/>
  <p:tag name="KSO_WM_UNIT_USESOURCEFORMAT_APPLY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PRESET_TEXT" val="单击此处添加大标题"/>
  <p:tag name="KSO_WM_UNIT_NOCLEAR" val="0"/>
  <p:tag name="KSO_WM_UNIT_VALUE" val="26"/>
  <p:tag name="KSO_WM_UNIT_TYPE" val="a"/>
  <p:tag name="KSO_WM_UNIT_INDEX" val="1"/>
  <p:tag name="KSO_WM_UNIT_BLOCK" val="0"/>
  <p:tag name="KSO_WM_TEMPLATE_CATEGORY" val="custom"/>
  <p:tag name="KSO_WM_TEMPLATE_INDEX" val="20204446"/>
  <p:tag name="KSO_WM_UNIT_ID" val="custom20204446_31*a*1"/>
  <p:tag name="KSO_WM_DIAGRAM_GROUP_CODE" val="l1-4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00.xml><?xml version="1.0" encoding="utf-8"?>
<p:tagLst xmlns:p="http://schemas.openxmlformats.org/presentationml/2006/main">
  <p:tag name="KSO_WM_SLIDE_COLORSCHEME_VERSION" val="3.2"/>
  <p:tag name="KSO_WM_SLIDE_ID" val="custom20204446_31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3"/>
  <p:tag name="KSO_WM_SLIDE_INDEX" val="31"/>
  <p:tag name="KSO_WM_SLIDE_SIZE" val="851.397*345.2"/>
  <p:tag name="KSO_WM_SLIDE_POSITION" val="54.3*137.5"/>
  <p:tag name="KSO_WM_DIAGRAM_GROUP_CODE" val="l1-4"/>
  <p:tag name="KSO_WM_SLIDE_DIAGTYPE" val="l"/>
  <p:tag name="KSO_WM_TAG_VERSION" val="1.0"/>
  <p:tag name="KSO_WM_BEAUTIFY_FLAG" val="#wm#"/>
  <p:tag name="KSO_WM_TEMPLATE_CATEGORY" val="custom"/>
  <p:tag name="KSO_WM_TEMPLATE_INDEX" val="20204446"/>
  <p:tag name="KSO_WM_SLIDE_LAYOUT" val="a_l"/>
  <p:tag name="KSO_WM_SLIDE_LAYOUT_CNT" val="1_1"/>
</p:tagLst>
</file>

<file path=ppt/tags/tag401.xml><?xml version="1.0" encoding="utf-8"?>
<p:tagLst xmlns:p="http://schemas.openxmlformats.org/presentationml/2006/main">
  <p:tag name="KSO_WM_UNIT_COLOR_SCHEME_SHAPE_ID" val="53"/>
  <p:tag name="KSO_WM_UNIT_COLOR_SCHEME_PARENT_PAGE" val="0_1"/>
  <p:tag name="KSO_WM_UNIT_FOIL_COLOR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b"/>
  <p:tag name="KSO_WM_UNIT_TYPE" val="l_h_i"/>
  <p:tag name="KSO_WM_UNIT_INDEX" val="1_2_1"/>
  <p:tag name="KSO_WM_UNIT_ID" val="custom20204446_32*l_h_i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402.xml><?xml version="1.0" encoding="utf-8"?>
<p:tagLst xmlns:p="http://schemas.openxmlformats.org/presentationml/2006/main">
  <p:tag name="KSO_WM_UNIT_COLOR_SCHEME_SHAPE_ID" val="53"/>
  <p:tag name="KSO_WM_UNIT_COLOR_SCHEME_PARENT_PAGE" val="0_1"/>
  <p:tag name="KSO_WM_UNIT_FOIL_COLOR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b"/>
  <p:tag name="KSO_WM_UNIT_TYPE" val="l_h_i"/>
  <p:tag name="KSO_WM_UNIT_INDEX" val="1_3_1"/>
  <p:tag name="KSO_WM_UNIT_ID" val="custom20204446_32*l_h_i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403.xml><?xml version="1.0" encoding="utf-8"?>
<p:tagLst xmlns:p="http://schemas.openxmlformats.org/presentationml/2006/main">
  <p:tag name="KSO_WM_UNIT_COLOR_SCHEME_SHAPE_ID" val="53"/>
  <p:tag name="KSO_WM_UNIT_COLOR_SCHEME_PARENT_PAGE" val="0_1"/>
  <p:tag name="KSO_WM_UNIT_FOIL_COLOR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b"/>
  <p:tag name="KSO_WM_UNIT_TYPE" val="l_h_i"/>
  <p:tag name="KSO_WM_UNIT_INDEX" val="1_4_1"/>
  <p:tag name="KSO_WM_UNIT_ID" val="custom20204446_32*l_h_i*1_4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404.xml><?xml version="1.0" encoding="utf-8"?>
<p:tagLst xmlns:p="http://schemas.openxmlformats.org/presentationml/2006/main">
  <p:tag name="KSO_WM_UNIT_COLOR_SCHEME_SHAPE_ID" val="53"/>
  <p:tag name="KSO_WM_UNIT_COLOR_SCHEME_PARENT_PAGE" val="0_1"/>
  <p:tag name="KSO_WM_UNIT_FOIL_COLOR" val="1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b"/>
  <p:tag name="KSO_WM_UNIT_TYPE" val="l_h_i"/>
  <p:tag name="KSO_WM_UNIT_INDEX" val="1_1_1"/>
  <p:tag name="KSO_WM_UNIT_ID" val="custom20204446_32*l_h_i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405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i"/>
  <p:tag name="KSO_WM_UNIT_INDEX" val="1_2_2"/>
  <p:tag name="KSO_WM_UNIT_ID" val="custom20204446_32*l_h_i*1_2_2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06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i"/>
  <p:tag name="KSO_WM_UNIT_INDEX" val="1_3_2"/>
  <p:tag name="KSO_WM_UNIT_ID" val="custom20204446_32*l_h_i*1_3_2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0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i"/>
  <p:tag name="KSO_WM_UNIT_INDEX" val="1_4_2"/>
  <p:tag name="KSO_WM_UNIT_ID" val="custom20204446_32*l_h_i*1_4_2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0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i"/>
  <p:tag name="KSO_WM_UNIT_INDEX" val="1_1_2"/>
  <p:tag name="KSO_WM_UNIT_ID" val="custom20204446_32*l_h_i*1_1_2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09.xml><?xml version="1.0" encoding="utf-8"?>
<p:tagLst xmlns:p="http://schemas.openxmlformats.org/presentationml/2006/main">
  <p:tag name="KSO_WM_UNIT_TEXT_PART_ID_V2" val="d-3-1"/>
  <p:tag name="KSO_WM_UNIT_COLOR_SCHEME_SHAPE_ID" val="48"/>
  <p:tag name="KSO_WM_UNIT_COLOR_SCHEME_PARENT_PAGE" val="0_3"/>
  <p:tag name="KSO_WM_UNIT_DIAGRAM_MODELTYPE" val="stripeEnum"/>
  <p:tag name="KSO_WM_UNIT_PRESET_TEXT" val="点击此处添加正文文字，文字是您思想的提炼，请尽可能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f"/>
  <p:tag name="KSO_WM_UNIT_INDEX" val="1_4_1"/>
  <p:tag name="KSO_WM_UNIT_ID" val="custom20204446_32*l_h_f*1_4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10.xml><?xml version="1.0" encoding="utf-8"?>
<p:tagLst xmlns:p="http://schemas.openxmlformats.org/presentationml/2006/main">
  <p:tag name="KSO_WM_UNIT_TEXT_PART_ID_V2" val="c-3-1"/>
  <p:tag name="KSO_WM_UNIT_COLOR_SCHEME_SHAPE_ID" val="49"/>
  <p:tag name="KSO_WM_UNIT_COLOR_SCHEME_PARENT_PAGE" val="0_3"/>
  <p:tag name="KSO_WM_UNIT_DIAGRAM_MODELTYPE" val="stripeEnum"/>
  <p:tag name="KSO_WM_UNIT_ISCONTENTSTITLE" val="0"/>
  <p:tag name="KSO_WM_UNIT_PRESET_TEXT" val="单击此处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a"/>
  <p:tag name="KSO_WM_UNIT_INDEX" val="1_4_1"/>
  <p:tag name="KSO_WM_UNIT_ID" val="custom20204446_32*l_h_a*1_4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11.xml><?xml version="1.0" encoding="utf-8"?>
<p:tagLst xmlns:p="http://schemas.openxmlformats.org/presentationml/2006/main">
  <p:tag name="KSO_WM_UNIT_COLOR_SCHEME_SHAPE_ID" val="45"/>
  <p:tag name="KSO_WM_UNIT_COLOR_SCHEME_PARENT_PAGE" val="0_3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d"/>
  <p:tag name="KSO_WM_UNIT_TYPE" val="l_h_i"/>
  <p:tag name="KSO_WM_UNIT_INDEX" val="1_4_3"/>
  <p:tag name="KSO_WM_UNIT_ID" val="custom20204446_32*l_h_i*1_4_3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412.xml><?xml version="1.0" encoding="utf-8"?>
<p:tagLst xmlns:p="http://schemas.openxmlformats.org/presentationml/2006/main">
  <p:tag name="KSO_WM_UNIT_TEXT_PART_ID_V2" val="d-3-1"/>
  <p:tag name="KSO_WM_UNIT_COLOR_SCHEME_SHAPE_ID" val="38"/>
  <p:tag name="KSO_WM_UNIT_COLOR_SCHEME_PARENT_PAGE" val="0_3"/>
  <p:tag name="KSO_WM_UNIT_DIAGRAM_MODELTYPE" val="stripeEnum"/>
  <p:tag name="KSO_WM_UNIT_PRESET_TEXT" val="点击此处添加正文文字，文字是您思想的提炼，请尽可能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f"/>
  <p:tag name="KSO_WM_UNIT_INDEX" val="1_3_1"/>
  <p:tag name="KSO_WM_UNIT_ID" val="custom20204446_32*l_h_f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13.xml><?xml version="1.0" encoding="utf-8"?>
<p:tagLst xmlns:p="http://schemas.openxmlformats.org/presentationml/2006/main">
  <p:tag name="KSO_WM_UNIT_TEXT_PART_ID_V2" val="c-3-1"/>
  <p:tag name="KSO_WM_UNIT_COLOR_SCHEME_SHAPE_ID" val="41"/>
  <p:tag name="KSO_WM_UNIT_COLOR_SCHEME_PARENT_PAGE" val="0_3"/>
  <p:tag name="KSO_WM_UNIT_DIAGRAM_MODELTYPE" val="stripeEnum"/>
  <p:tag name="KSO_WM_UNIT_ISCONTENTSTITLE" val="0"/>
  <p:tag name="KSO_WM_UNIT_PRESET_TEXT" val="单击此处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a"/>
  <p:tag name="KSO_WM_UNIT_INDEX" val="1_3_1"/>
  <p:tag name="KSO_WM_UNIT_ID" val="custom20204446_32*l_h_a*1_3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14.xml><?xml version="1.0" encoding="utf-8"?>
<p:tagLst xmlns:p="http://schemas.openxmlformats.org/presentationml/2006/main">
  <p:tag name="KSO_WM_UNIT_COLOR_SCHEME_SHAPE_ID" val="37"/>
  <p:tag name="KSO_WM_UNIT_COLOR_SCHEME_PARENT_PAGE" val="0_3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d"/>
  <p:tag name="KSO_WM_UNIT_TYPE" val="l_h_i"/>
  <p:tag name="KSO_WM_UNIT_INDEX" val="1_3_3"/>
  <p:tag name="KSO_WM_UNIT_ID" val="custom20204446_32*l_h_i*1_3_3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415.xml><?xml version="1.0" encoding="utf-8"?>
<p:tagLst xmlns:p="http://schemas.openxmlformats.org/presentationml/2006/main">
  <p:tag name="KSO_WM_UNIT_TEXT_PART_ID_V2" val="d-3-1"/>
  <p:tag name="KSO_WM_UNIT_COLOR_SCHEME_SHAPE_ID" val="50"/>
  <p:tag name="KSO_WM_UNIT_COLOR_SCHEME_PARENT_PAGE" val="0_3"/>
  <p:tag name="KSO_WM_UNIT_DIAGRAM_MODELTYPE" val="stripeEnum"/>
  <p:tag name="KSO_WM_UNIT_PRESET_TEXT" val="点击此处添加正文文字，文字是您思想的提炼，请尽可能言简意赅的阐述您的观点。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f"/>
  <p:tag name="KSO_WM_UNIT_INDEX" val="1_2_1"/>
  <p:tag name="KSO_WM_UNIT_ID" val="custom20204446_32*l_h_f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16.xml><?xml version="1.0" encoding="utf-8"?>
<p:tagLst xmlns:p="http://schemas.openxmlformats.org/presentationml/2006/main">
  <p:tag name="KSO_WM_UNIT_TEXT_PART_ID_V2" val="c-3-1"/>
  <p:tag name="KSO_WM_UNIT_COLOR_SCHEME_SHAPE_ID" val="51"/>
  <p:tag name="KSO_WM_UNIT_COLOR_SCHEME_PARENT_PAGE" val="0_3"/>
  <p:tag name="KSO_WM_UNIT_DIAGRAM_MODELTYPE" val="stripeEnum"/>
  <p:tag name="KSO_WM_UNIT_ISCONTENTSTITLE" val="0"/>
  <p:tag name="KSO_WM_UNIT_PRESET_TEXT" val="单击此处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a"/>
  <p:tag name="KSO_WM_UNIT_INDEX" val="1_2_1"/>
  <p:tag name="KSO_WM_UNIT_ID" val="custom20204446_32*l_h_a*1_2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17.xml><?xml version="1.0" encoding="utf-8"?>
<p:tagLst xmlns:p="http://schemas.openxmlformats.org/presentationml/2006/main">
  <p:tag name="KSO_WM_UNIT_COLOR_SCHEME_SHAPE_ID" val="47"/>
  <p:tag name="KSO_WM_UNIT_COLOR_SCHEME_PARENT_PAGE" val="0_3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d"/>
  <p:tag name="KSO_WM_UNIT_TYPE" val="l_h_i"/>
  <p:tag name="KSO_WM_UNIT_INDEX" val="1_2_3"/>
  <p:tag name="KSO_WM_UNIT_ID" val="custom20204446_32*l_h_i*1_2_3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418.xml><?xml version="1.0" encoding="utf-8"?>
<p:tagLst xmlns:p="http://schemas.openxmlformats.org/presentationml/2006/main">
  <p:tag name="KSO_WM_UNIT_TEXT_PART_ID_V2" val="d-3-1"/>
  <p:tag name="KSO_WM_UNIT_COLOR_SCHEME_SHAPE_ID" val="59"/>
  <p:tag name="KSO_WM_UNIT_COLOR_SCHEME_PARENT_PAGE" val="0_3"/>
  <p:tag name="KSO_WM_UNIT_DIAGRAM_MODELTYPE" val="stripeEnum"/>
  <p:tag name="KSO_WM_UNIT_PRESET_TEXT" val="点击此处添加正文文字，文字是您思想的提炼，请尽可能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f"/>
  <p:tag name="KSO_WM_UNIT_INDEX" val="1_1_1"/>
  <p:tag name="KSO_WM_UNIT_ID" val="custom20204446_32*l_h_f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19.xml><?xml version="1.0" encoding="utf-8"?>
<p:tagLst xmlns:p="http://schemas.openxmlformats.org/presentationml/2006/main">
  <p:tag name="KSO_WM_UNIT_TEXT_PART_ID_V2" val="c-3-1"/>
  <p:tag name="KSO_WM_UNIT_COLOR_SCHEME_SHAPE_ID" val="60"/>
  <p:tag name="KSO_WM_UNIT_COLOR_SCHEME_PARENT_PAGE" val="0_3"/>
  <p:tag name="KSO_WM_UNIT_DIAGRAM_MODELTYPE" val="stripeEnum"/>
  <p:tag name="KSO_WM_UNIT_ISCONTENTSTITLE" val="0"/>
  <p:tag name="KSO_WM_UNIT_PRESET_TEXT" val="单击此处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TYPE" val="l_h_a"/>
  <p:tag name="KSO_WM_UNIT_INDEX" val="1_1_1"/>
  <p:tag name="KSO_WM_UNIT_ID" val="custom20204446_32*l_h_a*1_1_1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20.xml><?xml version="1.0" encoding="utf-8"?>
<p:tagLst xmlns:p="http://schemas.openxmlformats.org/presentationml/2006/main">
  <p:tag name="KSO_WM_UNIT_COLOR_SCHEME_SHAPE_ID" val="58"/>
  <p:tag name="KSO_WM_UNIT_COLOR_SCHEME_PARENT_PAGE" val="0_3"/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SUBTYPE" val="d"/>
  <p:tag name="KSO_WM_UNIT_TYPE" val="l_h_i"/>
  <p:tag name="KSO_WM_UNIT_INDEX" val="1_1_3"/>
  <p:tag name="KSO_WM_UNIT_ID" val="custom20204446_32*l_h_i*1_1_3"/>
  <p:tag name="KSO_WM_TEMPLATE_CATEGORY" val="custom"/>
  <p:tag name="KSO_WM_TEMPLATE_INDEX" val="20204446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421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ID" val="custom20204446_32*i*1"/>
  <p:tag name="KSO_WM_UNIT_LAYERLEVEL" val="1"/>
  <p:tag name="KSO_WM_TAG_VERSION" val="1.0"/>
  <p:tag name="KSO_WM_BEAUTIFY_FLAG" val="#wm#"/>
  <p:tag name="KSO_WM_UNIT_USESOURCEFORMAT_APPLY" val="1"/>
</p:tagLst>
</file>

<file path=ppt/tags/tag422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4"/>
  <p:tag name="KSO_WM_UNIT_ID" val="custom20204446_32*i*2"/>
  <p:tag name="KSO_WM_UNIT_LAYERLEVEL" val="1"/>
  <p:tag name="KSO_WM_TAG_VERSION" val="1.0"/>
  <p:tag name="KSO_WM_BEAUTIFY_FLAG" val="#wm#"/>
  <p:tag name="KSO_WM_UNIT_USESOURCEFORMAT_APPLY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PRESET_TEXT" val="单击此处添加大标题"/>
  <p:tag name="KSO_WM_UNIT_NOCLEAR" val="0"/>
  <p:tag name="KSO_WM_UNIT_VALUE" val="26"/>
  <p:tag name="KSO_WM_UNIT_TYPE" val="a"/>
  <p:tag name="KSO_WM_UNIT_INDEX" val="1"/>
  <p:tag name="KSO_WM_UNIT_BLOCK" val="0"/>
  <p:tag name="KSO_WM_TEMPLATE_CATEGORY" val="custom"/>
  <p:tag name="KSO_WM_TEMPLATE_INDEX" val="20204446"/>
  <p:tag name="KSO_WM_UNIT_ID" val="custom20204446_32*a*1"/>
  <p:tag name="KSO_WM_DIAGRAM_GROUP_CODE" val="l1-4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24.xml><?xml version="1.0" encoding="utf-8"?>
<p:tagLst xmlns:p="http://schemas.openxmlformats.org/presentationml/2006/main">
  <p:tag name="KSO_WM_SLIDE_COLORSCHEME_VERSION" val="3.2"/>
  <p:tag name="KSO_WM_SLIDE_ID" val="custom20204446_32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4"/>
  <p:tag name="KSO_WM_SLIDE_INDEX" val="32"/>
  <p:tag name="KSO_WM_SLIDE_SIZE" val="851.372*360"/>
  <p:tag name="KSO_WM_SLIDE_POSITION" val="54.325*127.55"/>
  <p:tag name="KSO_WM_DIAGRAM_GROUP_CODE" val="l1-4"/>
  <p:tag name="KSO_WM_SLIDE_DIAGTYPE" val="l"/>
  <p:tag name="KSO_WM_TAG_VERSION" val="1.0"/>
  <p:tag name="KSO_WM_BEAUTIFY_FLAG" val="#wm#"/>
  <p:tag name="KSO_WM_TEMPLATE_CATEGORY" val="custom"/>
  <p:tag name="KSO_WM_TEMPLATE_INDEX" val="20204446"/>
  <p:tag name="KSO_WM_SLIDE_LAYOUT" val="a_l"/>
  <p:tag name="KSO_WM_SLIDE_LAYOUT_CNT" val="1_1"/>
</p:tagLst>
</file>

<file path=ppt/tags/tag425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custom20204446_34*i*1"/>
  <p:tag name="KSO_WM_UNIT_LAYERLEVEL" val="1"/>
  <p:tag name="KSO_WM_TAG_VERSION" val="1.0"/>
  <p:tag name="KSO_WM_BEAUTIFY_FLAG" val="#wm#"/>
  <p:tag name="KSO_WM_UNIT_USESOURCEFORMAT_APPLY" val="1"/>
</p:tagLst>
</file>

<file path=ppt/tags/tag426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custom20204446_34*i*2"/>
  <p:tag name="KSO_WM_UNIT_LAYERLEVEL" val="1"/>
  <p:tag name="KSO_WM_TAG_VERSION" val="1.0"/>
  <p:tag name="KSO_WM_BEAUTIFY_FLAG" val="#wm#"/>
  <p:tag name="KSO_WM_UNIT_USESOURCEFORMAT_APPLY" val="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PRESET_TEXT" val="单击此处添加大标题"/>
  <p:tag name="KSO_WM_UNIT_NOCLEAR" val="0"/>
  <p:tag name="KSO_WM_UNIT_VALUE" val="26"/>
  <p:tag name="KSO_WM_UNIT_TYPE" val="a"/>
  <p:tag name="KSO_WM_UNIT_INDEX" val="1"/>
  <p:tag name="KSO_WM_UNIT_BLOCK" val="0"/>
  <p:tag name="KSO_WM_TEMPLATE_CATEGORY" val="custom"/>
  <p:tag name="KSO_WM_TEMPLATE_INDEX" val="20204446"/>
  <p:tag name="KSO_WM_UNIT_ID" val="custom20204446_34*a*1"/>
  <p:tag name="KSO_WM_DIAGRAM_GROUP_CODE" val="m1-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4*m_h_i*1_3_1"/>
  <p:tag name="KSO_WM_UNIT_FILL_FORE_SCHEMECOLOR_INDEX" val="7"/>
  <p:tag name="KSO_WM_UNIT_FILL_TYPE" val="1"/>
  <p:tag name="KSO_WM_UNIT_TEXT_FILL_FORE_SCHEMECOLOR_INDEX" val="1"/>
  <p:tag name="KSO_WM_UNIT_TEXT_FILL_TYPE" val="1"/>
  <p:tag name="KSO_WM_UNIT_USESOURCEFORMAT_APPLY" val="1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4*m_h_i*1_3_2"/>
  <p:tag name="KSO_WM_UNIT_FILL_FORE_SCHEMECOLOR_INDEX" val="16"/>
  <p:tag name="KSO_WM_UNIT_FILL_TYPE" val="1"/>
  <p:tag name="KSO_WM_UNIT_TEXT_FILL_FORE_SCHEMECOLOR_INDEX" val="7"/>
  <p:tag name="KSO_WM_UNIT_TEXT_FILL_TYPE" val="1"/>
  <p:tag name="KSO_WM_UNIT_USESOURCEFORMAT_APPLY" val="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4*m_h_i*1_1_1"/>
  <p:tag name="KSO_WM_UNIT_FILL_FORE_SCHEMECOLOR_INDEX" val="5"/>
  <p:tag name="KSO_WM_UNIT_FILL_TYPE" val="1"/>
  <p:tag name="KSO_WM_UNIT_TEXT_FILL_FORE_SCHEMECOLOR_INDEX" val="5"/>
  <p:tag name="KSO_WM_UNIT_TEXT_FILL_TYPE" val="1"/>
  <p:tag name="KSO_WM_UNIT_USESOURCEFORMAT_APPLY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4*m_h_i*1_1_2"/>
  <p:tag name="KSO_WM_UNIT_FILL_FORE_SCHEMECOLOR_INDEX" val="16"/>
  <p:tag name="KSO_WM_UNIT_FILL_TYPE" val="1"/>
  <p:tag name="KSO_WM_UNIT_TEXT_FILL_FORE_SCHEMECOLOR_INDEX" val="5"/>
  <p:tag name="KSO_WM_UNIT_TEXT_FILL_TYPE" val="1"/>
  <p:tag name="KSO_WM_UNIT_USESOURCEFORMAT_APPLY" val="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4*m_h_i*1_2_1"/>
  <p:tag name="KSO_WM_UNIT_FILL_FORE_SCHEMECOLOR_INDEX" val="6"/>
  <p:tag name="KSO_WM_UNIT_FILL_TYPE" val="1"/>
  <p:tag name="KSO_WM_UNIT_TEXT_FILL_FORE_SCHEMECOLOR_INDEX" val="6"/>
  <p:tag name="KSO_WM_UNIT_TEXT_FILL_TYPE" val="1"/>
  <p:tag name="KSO_WM_UNIT_USESOURCEFORMAT_APPLY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4*m_h_i*1_2_2"/>
  <p:tag name="KSO_WM_UNIT_FILL_FORE_SCHEMECOLOR_INDEX" val="16"/>
  <p:tag name="KSO_WM_UNIT_FILL_TYPE" val="1"/>
  <p:tag name="KSO_WM_UNIT_TEXT_FILL_FORE_SCHEMECOLOR_INDEX" val="6"/>
  <p:tag name="KSO_WM_UNIT_TEXT_FILL_TYPE" val="1"/>
  <p:tag name="KSO_WM_UNIT_USESOURCEFORMAT_APPLY" val="1"/>
</p:tagLst>
</file>

<file path=ppt/tags/tag43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LAYERLEVEL" val="1_1_1"/>
  <p:tag name="KSO_WM_TAG_VERSION" val="1.0"/>
  <p:tag name="KSO_WM_BEAUTIFY_FLAG" val="#wm#"/>
  <p:tag name="KSO_WM_UNIT_PRESET_TEXT" val="单击此处输入你的正文，文字是您思想的提炼。"/>
  <p:tag name="KSO_WM_TEMPLATE_CATEGORY" val="custom"/>
  <p:tag name="KSO_WM_TEMPLATE_INDEX" val="20204446"/>
  <p:tag name="KSO_WM_UNIT_ID" val="custom20204446_34*m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3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LAYERLEVEL" val="1_1_1"/>
  <p:tag name="KSO_WM_TAG_VERSION" val="1.0"/>
  <p:tag name="KSO_WM_BEAUTIFY_FLAG" val="#wm#"/>
  <p:tag name="KSO_WM_UNIT_PRESET_TEXT" val="单击此处输入你的正文，文字是您思想的提炼。"/>
  <p:tag name="KSO_WM_TEMPLATE_CATEGORY" val="custom"/>
  <p:tag name="KSO_WM_TEMPLATE_INDEX" val="20204446"/>
  <p:tag name="KSO_WM_UNIT_ID" val="custom20204446_34*m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3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LAYERLEVEL" val="1_1_1"/>
  <p:tag name="KSO_WM_TAG_VERSION" val="1.0"/>
  <p:tag name="KSO_WM_BEAUTIFY_FLAG" val="#wm#"/>
  <p:tag name="KSO_WM_UNIT_PRESET_TEXT" val="单击此处输入你的正文，文字是您思想的提炼。"/>
  <p:tag name="KSO_WM_TEMPLATE_CATEGORY" val="custom"/>
  <p:tag name="KSO_WM_TEMPLATE_INDEX" val="20204446"/>
  <p:tag name="KSO_WM_UNIT_ID" val="custom20204446_34*m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37.xml><?xml version="1.0" encoding="utf-8"?>
<p:tagLst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margin&quot;:{&quot;left&quot;:1.69,&quot;top&quot;:1.69,&quot;right&quot;:1.69,&quot;bottom&quot;:1.69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}"/>
  <p:tag name="KSO_WM_SLIDE_BACKGROUND" val="[&quot;general&quot;]"/>
  <p:tag name="KSO_WM_SLIDE_RATIO" val="1.777778"/>
  <p:tag name="KSO_WM_TEMPLATE_SUBCATEGORY" val="0"/>
  <p:tag name="KSO_WM_SLIDE_TYPE" val="text"/>
  <p:tag name="KSO_WM_SLIDE_SUBTYPE" val="diag"/>
  <p:tag name="KSO_WM_SLIDE_ITEM_CNT" val="3"/>
  <p:tag name="KSO_WM_SLIDE_INDEX" val="34"/>
  <p:tag name="KSO_WM_SLIDE_SIZE" val="795.042*307.648"/>
  <p:tag name="KSO_WM_SLIDE_POSITION" val="82.4786*152.93"/>
  <p:tag name="KSO_WM_DIAGRAM_GROUP_CODE" val="m1-1"/>
  <p:tag name="KSO_WM_SLIDE_DIAGTYPE" val="m"/>
  <p:tag name="KSO_WM_TAG_VERSION" val="1.0"/>
  <p:tag name="KSO_WM_BEAUTIFY_FLAG" val="#wm#"/>
  <p:tag name="KSO_WM_SLIDE_LAYOUT" val="a_m"/>
  <p:tag name="KSO_WM_SLIDE_LAYOUT_CNT" val="1_1"/>
  <p:tag name="KSO_WM_TEMPLATE_MASTER_TYPE" val="1"/>
  <p:tag name="KSO_WM_TEMPLATE_COLOR_TYPE" val="1"/>
  <p:tag name="KSO_WM_TEMPLATE_CATEGORY" val="custom"/>
  <p:tag name="KSO_WM_TEMPLATE_INDEX" val="20204446"/>
  <p:tag name="KSO_WM_SLIDE_ID" val="custom20204446_34"/>
</p:tagLst>
</file>

<file path=ppt/tags/tag438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custom20204446_35*i*1"/>
  <p:tag name="KSO_WM_UNIT_LAYERLEVEL" val="1"/>
  <p:tag name="KSO_WM_TAG_VERSION" val="1.0"/>
  <p:tag name="KSO_WM_BEAUTIFY_FLAG" val="#wm#"/>
  <p:tag name="KSO_WM_UNIT_USESOURCEFORMAT_APPLY" val="1"/>
</p:tagLst>
</file>

<file path=ppt/tags/tag439.xml><?xml version="1.0" encoding="utf-8"?>
<p:tagLst xmlns:p="http://schemas.openxmlformats.org/presentationml/2006/main">
  <p:tag name="KSO_WM_SLIDE_BACKGROUND_TYPE" val="general"/>
  <p:tag name="KSO_WM_TEMPLATE_CATEGORY" val="custom"/>
  <p:tag name="KSO_WM_TEMPLATE_INDEX" val="20204446"/>
  <p:tag name="KSO_WM_UNIT_TYPE" val="i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custom20204446_35*i*2"/>
  <p:tag name="KSO_WM_UNIT_LAYERLEVEL" val="1"/>
  <p:tag name="KSO_WM_TAG_VERSION" val="1.0"/>
  <p:tag name="KSO_WM_BEAUTIFY_FLAG" val="#wm#"/>
  <p:tag name="KSO_WM_UNIT_USESOURCEFORMAT_APPLY" val="1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PRESET_TEXT" val="单击此处添加大标题"/>
  <p:tag name="KSO_WM_UNIT_NOCLEAR" val="0"/>
  <p:tag name="KSO_WM_UNIT_VALUE" val="26"/>
  <p:tag name="KSO_WM_UNIT_TYPE" val="a"/>
  <p:tag name="KSO_WM_UNIT_INDEX" val="1"/>
  <p:tag name="KSO_WM_UNIT_BLOCK" val="0"/>
  <p:tag name="KSO_WM_TEMPLATE_CATEGORY" val="custom"/>
  <p:tag name="KSO_WM_TEMPLATE_INDEX" val="20204446"/>
  <p:tag name="KSO_WM_UNIT_ID" val="custom20204446_35*a*1"/>
  <p:tag name="KSO_WM_DIAGRAM_GROUP_CODE" val="m1-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4_1"/>
  <p:tag name="KSO_WM_UNIT_FILL_FORE_SCHEMECOLOR_INDEX" val="5"/>
  <p:tag name="KSO_WM_UNIT_FILL_TYPE" val="1"/>
  <p:tag name="KSO_WM_UNIT_TEXT_FILL_FORE_SCHEMECOLOR_INDEX" val="1"/>
  <p:tag name="KSO_WM_UNIT_TEXT_FILL_TYPE" val="1"/>
  <p:tag name="KSO_WM_UNIT_USESOURCEFORMAT_APPLY" val="1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4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4_2"/>
  <p:tag name="KSO_WM_UNIT_FILL_FORE_SCHEMECOLOR_INDEX" val="16"/>
  <p:tag name="KSO_WM_UNIT_FILL_TYPE" val="1"/>
  <p:tag name="KSO_WM_UNIT_TEXT_FILL_FORE_SCHEMECOLOR_INDEX" val="7"/>
  <p:tag name="KSO_WM_UNIT_TEXT_FILL_TYPE" val="1"/>
  <p:tag name="KSO_WM_UNIT_USESOURCEFORMAT_APPLY" val="1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1_1"/>
  <p:tag name="KSO_WM_UNIT_FILL_FORE_SCHEMECOLOR_INDEX" val="5"/>
  <p:tag name="KSO_WM_UNIT_FILL_TYPE" val="1"/>
  <p:tag name="KSO_WM_UNIT_TEXT_FILL_FORE_SCHEMECOLOR_INDEX" val="1"/>
  <p:tag name="KSO_WM_UNIT_TEXT_FILL_TYPE" val="1"/>
  <p:tag name="KSO_WM_UNIT_USESOURCEFORMAT_APPLY" val="1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1_2"/>
  <p:tag name="KSO_WM_UNIT_FILL_FORE_SCHEMECOLOR_INDEX" val="16"/>
  <p:tag name="KSO_WM_UNIT_FILL_TYPE" val="1"/>
  <p:tag name="KSO_WM_UNIT_TEXT_FILL_FORE_SCHEMECOLOR_INDEX" val="5"/>
  <p:tag name="KSO_WM_UNIT_TEXT_FILL_TYPE" val="1"/>
  <p:tag name="KSO_WM_UNIT_USESOURCEFORMAT_APPLY" val="1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2_1"/>
  <p:tag name="KSO_WM_UNIT_FILL_FORE_SCHEMECOLOR_INDEX" val="6"/>
  <p:tag name="KSO_WM_UNIT_FILL_TYPE" val="1"/>
  <p:tag name="KSO_WM_UNIT_TEXT_FILL_FORE_SCHEMECOLOR_INDEX" val="1"/>
  <p:tag name="KSO_WM_UNIT_TEXT_FILL_TYPE" val="1"/>
  <p:tag name="KSO_WM_UNIT_USESOURCEFORMAT_APPLY" val="1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2_2"/>
  <p:tag name="KSO_WM_UNIT_FILL_FORE_SCHEMECOLOR_INDEX" val="16"/>
  <p:tag name="KSO_WM_UNIT_FILL_TYPE" val="1"/>
  <p:tag name="KSO_WM_UNIT_TEXT_FILL_FORE_SCHEMECOLOR_INDEX" val="6"/>
  <p:tag name="KSO_WM_UNIT_TEXT_FILL_TYPE" val="1"/>
  <p:tag name="KSO_WM_UNIT_USESOURCEFORMAT_APPLY" val="1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3_1"/>
  <p:tag name="KSO_WM_UNIT_FILL_FORE_SCHEMECOLOR_INDEX" val="7"/>
  <p:tag name="KSO_WM_UNIT_FILL_TYPE" val="1"/>
  <p:tag name="KSO_WM_UNIT_TEXT_FILL_FORE_SCHEMECOLOR_INDEX" val="1"/>
  <p:tag name="KSO_WM_UNIT_TEXT_FILL_TYPE" val="1"/>
  <p:tag name="KSO_WM_UNIT_USESOURCEFORMAT_APPLY" val="1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446"/>
  <p:tag name="KSO_WM_UNIT_ID" val="custom20204446_35*m_h_i*1_3_2"/>
  <p:tag name="KSO_WM_UNIT_FILL_FORE_SCHEMECOLOR_INDEX" val="16"/>
  <p:tag name="KSO_WM_UNIT_FILL_TYPE" val="1"/>
  <p:tag name="KSO_WM_UNIT_TEXT_FILL_FORE_SCHEMECOLOR_INDEX" val="8"/>
  <p:tag name="KSO_WM_UNIT_TEXT_FILL_TYPE" val="1"/>
  <p:tag name="KSO_WM_UNIT_USESOURCEFORMAT_APPLY" val="1"/>
</p:tagLst>
</file>

<file path=ppt/tags/tag44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LAYERLEVEL" val="1_1_1"/>
  <p:tag name="KSO_WM_TAG_VERSION" val="1.0"/>
  <p:tag name="KSO_WM_BEAUTIFY_FLAG" val="#wm#"/>
  <p:tag name="KSO_WM_UNIT_PRESET_TEXT" val="单击此处输入你的正文，文字是您思想的提炼。"/>
  <p:tag name="KSO_WM_TEMPLATE_CATEGORY" val="custom"/>
  <p:tag name="KSO_WM_TEMPLATE_INDEX" val="20204446"/>
  <p:tag name="KSO_WM_UNIT_ID" val="custom20204446_35*m_h_f*1_1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5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LAYERLEVEL" val="1_1_1"/>
  <p:tag name="KSO_WM_TAG_VERSION" val="1.0"/>
  <p:tag name="KSO_WM_BEAUTIFY_FLAG" val="#wm#"/>
  <p:tag name="KSO_WM_UNIT_PRESET_TEXT" val="单击此处输入你的正文，文字是您思想的提炼。"/>
  <p:tag name="KSO_WM_TEMPLATE_CATEGORY" val="custom"/>
  <p:tag name="KSO_WM_TEMPLATE_INDEX" val="20204446"/>
  <p:tag name="KSO_WM_UNIT_ID" val="custom20204446_35*m_h_f*1_2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5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LAYERLEVEL" val="1_1_1"/>
  <p:tag name="KSO_WM_TAG_VERSION" val="1.0"/>
  <p:tag name="KSO_WM_BEAUTIFY_FLAG" val="#wm#"/>
  <p:tag name="KSO_WM_UNIT_PRESET_TEXT" val="单击此处输入你的正文，文字是您思想的提炼。"/>
  <p:tag name="KSO_WM_TEMPLATE_CATEGORY" val="custom"/>
  <p:tag name="KSO_WM_TEMPLATE_INDEX" val="20204446"/>
  <p:tag name="KSO_WM_UNIT_ID" val="custom20204446_35*m_h_f*1_4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5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LAYERLEVEL" val="1_1_1"/>
  <p:tag name="KSO_WM_TAG_VERSION" val="1.0"/>
  <p:tag name="KSO_WM_BEAUTIFY_FLAG" val="#wm#"/>
  <p:tag name="KSO_WM_UNIT_PRESET_TEXT" val="单击此处输入你的正文，文字是您思想的提炼。"/>
  <p:tag name="KSO_WM_TEMPLATE_CATEGORY" val="custom"/>
  <p:tag name="KSO_WM_TEMPLATE_INDEX" val="20204446"/>
  <p:tag name="KSO_WM_UNIT_ID" val="custom20204446_35*m_h_f*1_3_1"/>
  <p:tag name="KSO_WM_UNIT_SUBTYPE" val="a"/>
  <p:tag name="KSO_WM_UNIT_TEXT_FILL_FORE_SCHEMECOLOR_INDEX" val="13"/>
  <p:tag name="KSO_WM_UNIT_TEXT_FILL_TYPE" val="1"/>
  <p:tag name="KSO_WM_UNIT_USESOURCEFORMAT_APPLY" val="1"/>
</p:tagLst>
</file>

<file path=ppt/tags/tag453.xml><?xml version="1.0" encoding="utf-8"?>
<p:tagLst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margin&quot;:{&quot;left&quot;:1.69,&quot;top&quot;:1.69,&quot;right&quot;:1.69,&quot;bottom&quot;:1.69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]}"/>
  <p:tag name="KSO_WM_SLIDE_BACKGROUND" val="[&quot;general&quot;]"/>
  <p:tag name="KSO_WM_SLIDE_RATIO" val="1.777778"/>
  <p:tag name="KSO_WM_TEMPLATE_SUBCATEGORY" val="0"/>
  <p:tag name="KSO_WM_SLIDE_TYPE" val="text"/>
  <p:tag name="KSO_WM_SLIDE_SUBTYPE" val="diag"/>
  <p:tag name="KSO_WM_SLIDE_ITEM_CNT" val="4"/>
  <p:tag name="KSO_WM_SLIDE_INDEX" val="35"/>
  <p:tag name="KSO_WM_SLIDE_SIZE" val="841.359*287.403"/>
  <p:tag name="KSO_WM_SLIDE_POSITION" val="59.3203*163.754"/>
  <p:tag name="KSO_WM_DIAGRAM_GROUP_CODE" val="m1-1"/>
  <p:tag name="KSO_WM_SLIDE_DIAGTYPE" val="m"/>
  <p:tag name="KSO_WM_TAG_VERSION" val="1.0"/>
  <p:tag name="KSO_WM_BEAUTIFY_FLAG" val="#wm#"/>
  <p:tag name="KSO_WM_SLIDE_LAYOUT" val="a_m"/>
  <p:tag name="KSO_WM_SLIDE_LAYOUT_CNT" val="1_1"/>
  <p:tag name="KSO_WM_TEMPLATE_MASTER_TYPE" val="1"/>
  <p:tag name="KSO_WM_TEMPLATE_COLOR_TYPE" val="1"/>
  <p:tag name="KSO_WM_TEMPLATE_CATEGORY" val="custom"/>
  <p:tag name="KSO_WM_TEMPLATE_INDEX" val="20204446"/>
  <p:tag name="KSO_WM_SLIDE_ID" val="custom20204446_35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446"/>
  <p:tag name="KSO_WM_UNIT_ID" val="custom20204446_44*i*1"/>
  <p:tag name="KSO_WM_UNIT_TYPE" val="i"/>
  <p:tag name="KSO_WM_UNIT_INDEX" val="1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26"/>
  <p:tag name="KSO_WM_UNIT_TYPE" val="b"/>
  <p:tag name="KSO_WM_UNIT_INDEX" val="1"/>
  <p:tag name="KSO_WM_UNIT_PRESET_TEXT" val="单击此处添加副标题内容"/>
  <p:tag name="KSO_WM_TEMPLATE_CATEGORY" val="custom"/>
  <p:tag name="KSO_WM_TEMPLATE_INDEX" val="20204446"/>
  <p:tag name="KSO_WM_UNIT_ID" val="custom20204446_44*b*1"/>
  <p:tag name="KSO_WM_UNIT_ISNUMDGMTITLE" val="0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10"/>
  <p:tag name="KSO_WM_UNIT_TYPE" val="a"/>
  <p:tag name="KSO_WM_UNIT_INDEX" val="1"/>
  <p:tag name="KSO_WM_UNIT_PRESET_TEXT" val="谢谢聆听"/>
  <p:tag name="KSO_WM_TEMPLATE_CATEGORY" val="custom"/>
  <p:tag name="KSO_WM_TEMPLATE_INDEX" val="20204446"/>
  <p:tag name="KSO_WM_UNIT_ID" val="custom20204446_44*a*1"/>
  <p:tag name="KSO_WM_UNIT_ISNUMDGMTITLE" val="0"/>
</p:tagLst>
</file>

<file path=ppt/tags/tag457.xml><?xml version="1.0" encoding="utf-8"?>
<p:tagLst xmlns:p="http://schemas.openxmlformats.org/presentationml/2006/main">
  <p:tag name="KSO_WM_BEAUTIFY_FLAG" val="#wm#"/>
  <p:tag name="KSO_WM_TEMPLATE_SUBCATEGORY" val="0"/>
  <p:tag name="KSO_WM_SLIDE_TYPE" val="endPage"/>
  <p:tag name="KSO_WM_SLIDE_SUBTYPE" val="pureTxt"/>
  <p:tag name="KSO_WM_SLIDE_ITEM_CNT" val="0"/>
  <p:tag name="KSO_WM_SLIDE_INDEX" val="44"/>
  <p:tag name="KSO_WM_TAG_VERSION" val="1.0"/>
  <p:tag name="KSO_WM_SLIDE_LAYOUT" val="a_b"/>
  <p:tag name="KSO_WM_SLIDE_LAYOUT_CNT" val="1_1"/>
  <p:tag name="KSO_WM_TEMPLATE_MASTER_TYPE" val="1"/>
  <p:tag name="KSO_WM_TEMPLATE_COLOR_TYPE" val="1"/>
  <p:tag name="KSO_WM_TEMPLATE_CATEGORY" val="custom"/>
  <p:tag name="KSO_WM_TEMPLATE_INDEX" val="20204446"/>
  <p:tag name="KSO_WM_SLIDE_ID" val="custom20204446_44"/>
</p:tagLst>
</file>

<file path=ppt/tags/tag458.xml><?xml version="1.0" encoding="utf-8"?>
<p:tagLst xmlns:p="http://schemas.openxmlformats.org/presentationml/2006/main">
  <p:tag name="commondata" val="eyJoZGlkIjoiYjA1NzMzYjhhNWYxNzRiM2Q1YzNlY2JlMGY0MjAyNjQ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AEDEF"/>
      </a:dk2>
      <a:lt2>
        <a:srgbClr val="FBFCFC"/>
      </a:lt2>
      <a:accent1>
        <a:srgbClr val="286C95"/>
      </a:accent1>
      <a:accent2>
        <a:srgbClr val="196B64"/>
      </a:accent2>
      <a:accent3>
        <a:srgbClr val="2D6033"/>
      </a:accent3>
      <a:accent4>
        <a:srgbClr val="564D1A"/>
      </a:accent4>
      <a:accent5>
        <a:srgbClr val="85371B"/>
      </a:accent5>
      <a:accent6>
        <a:srgbClr val="94283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WPS主题色">
      <a:dk1>
        <a:srgbClr val="000000"/>
      </a:dk1>
      <a:lt1>
        <a:srgbClr val="FFFFFF"/>
      </a:lt1>
      <a:dk2>
        <a:srgbClr val="EAEDEF"/>
      </a:dk2>
      <a:lt2>
        <a:srgbClr val="FBFCFC"/>
      </a:lt2>
      <a:accent1>
        <a:srgbClr val="286C95"/>
      </a:accent1>
      <a:accent2>
        <a:srgbClr val="196B64"/>
      </a:accent2>
      <a:accent3>
        <a:srgbClr val="2D6033"/>
      </a:accent3>
      <a:accent4>
        <a:srgbClr val="564D1A"/>
      </a:accent4>
      <a:accent5>
        <a:srgbClr val="85371B"/>
      </a:accent5>
      <a:accent6>
        <a:srgbClr val="94283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2185</Words>
  <Application>WPS 演示</Application>
  <PresentationFormat>宽屏</PresentationFormat>
  <Paragraphs>219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汉仪旗黑-85S</vt:lpstr>
      <vt:lpstr>黑体</vt:lpstr>
      <vt:lpstr>Segoe UI</vt:lpstr>
      <vt:lpstr>1_Office 主题​​</vt:lpstr>
      <vt:lpstr>2_Office 主题​​</vt:lpstr>
      <vt:lpstr>竞选演讲</vt:lpstr>
      <vt:lpstr>PowerPoint 演示文稿</vt:lpstr>
      <vt:lpstr>单击此处添加标题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lenovo</cp:lastModifiedBy>
  <cp:revision>156</cp:revision>
  <dcterms:created xsi:type="dcterms:W3CDTF">2019-06-19T02:08:00Z</dcterms:created>
  <dcterms:modified xsi:type="dcterms:W3CDTF">2025-12-09T15:06:40Z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5E82099169AF4E58B1402ACA498D058D_11</vt:lpwstr>
  </property>
</Properties>
</file>